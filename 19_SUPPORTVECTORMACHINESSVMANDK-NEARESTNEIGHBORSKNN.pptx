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47"/>
  </p:notesMasterIdLst>
  <p:sldIdLst>
    <p:sldId id="257" r:id="rId2"/>
    <p:sldId id="484" r:id="rId3"/>
    <p:sldId id="583" r:id="rId4"/>
    <p:sldId id="584" r:id="rId5"/>
    <p:sldId id="585" r:id="rId6"/>
    <p:sldId id="578" r:id="rId7"/>
    <p:sldId id="513" r:id="rId8"/>
    <p:sldId id="560" r:id="rId9"/>
    <p:sldId id="561" r:id="rId10"/>
    <p:sldId id="564" r:id="rId11"/>
    <p:sldId id="546" r:id="rId12"/>
    <p:sldId id="547" r:id="rId13"/>
    <p:sldId id="576" r:id="rId14"/>
    <p:sldId id="577" r:id="rId15"/>
    <p:sldId id="562" r:id="rId16"/>
    <p:sldId id="581" r:id="rId17"/>
    <p:sldId id="580" r:id="rId18"/>
    <p:sldId id="566" r:id="rId19"/>
    <p:sldId id="548" r:id="rId20"/>
    <p:sldId id="563" r:id="rId21"/>
    <p:sldId id="545" r:id="rId22"/>
    <p:sldId id="550" r:id="rId23"/>
    <p:sldId id="565" r:id="rId24"/>
    <p:sldId id="549" r:id="rId25"/>
    <p:sldId id="567" r:id="rId26"/>
    <p:sldId id="568" r:id="rId27"/>
    <p:sldId id="551" r:id="rId28"/>
    <p:sldId id="574" r:id="rId29"/>
    <p:sldId id="553" r:id="rId30"/>
    <p:sldId id="569" r:id="rId31"/>
    <p:sldId id="579" r:id="rId32"/>
    <p:sldId id="554" r:id="rId33"/>
    <p:sldId id="555" r:id="rId34"/>
    <p:sldId id="556" r:id="rId35"/>
    <p:sldId id="557" r:id="rId36"/>
    <p:sldId id="558" r:id="rId37"/>
    <p:sldId id="570" r:id="rId38"/>
    <p:sldId id="571" r:id="rId39"/>
    <p:sldId id="552" r:id="rId40"/>
    <p:sldId id="582" r:id="rId41"/>
    <p:sldId id="575" r:id="rId42"/>
    <p:sldId id="559" r:id="rId43"/>
    <p:sldId id="586" r:id="rId44"/>
    <p:sldId id="283" r:id="rId45"/>
    <p:sldId id="40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A8A5AB48-3311-B43A-3631-9F462C1E44C8}"/>
    <pc:docChg chg="addSld delSld modSld sldOrd">
      <pc:chgData name="Suraj Chopade" userId="S::suraj.chopade@bostoninstituteofanalytics.org::dcc44ee8-6a65-4538-a5e1-c87e14ca7a61" providerId="AD" clId="Web-{A8A5AB48-3311-B43A-3631-9F462C1E44C8}" dt="2023-10-06T13:39:54.319" v="2266" actId="14100"/>
      <pc:docMkLst>
        <pc:docMk/>
      </pc:docMkLst>
      <pc:sldChg chg="modSp">
        <pc:chgData name="Suraj Chopade" userId="S::suraj.chopade@bostoninstituteofanalytics.org::dcc44ee8-6a65-4538-a5e1-c87e14ca7a61" providerId="AD" clId="Web-{A8A5AB48-3311-B43A-3631-9F462C1E44C8}" dt="2023-10-06T09:36:43.219" v="20" actId="14100"/>
        <pc:sldMkLst>
          <pc:docMk/>
          <pc:sldMk cId="4235558439" sldId="287"/>
        </pc:sldMkLst>
      </pc:sldChg>
      <pc:sldChg chg="delSp modSp">
        <pc:chgData name="Suraj Chopade" userId="S::suraj.chopade@bostoninstituteofanalytics.org::dcc44ee8-6a65-4538-a5e1-c87e14ca7a61" providerId="AD" clId="Web-{A8A5AB48-3311-B43A-3631-9F462C1E44C8}" dt="2023-10-06T09:41:54.466" v="80" actId="1076"/>
        <pc:sldMkLst>
          <pc:docMk/>
          <pc:sldMk cId="1726830" sldId="314"/>
        </pc:sldMkLst>
      </pc:sldChg>
      <pc:sldChg chg="del">
        <pc:chgData name="Suraj Chopade" userId="S::suraj.chopade@bostoninstituteofanalytics.org::dcc44ee8-6a65-4538-a5e1-c87e14ca7a61" providerId="AD" clId="Web-{A8A5AB48-3311-B43A-3631-9F462C1E44C8}" dt="2023-10-06T09:33:57.994" v="0"/>
        <pc:sldMkLst>
          <pc:docMk/>
          <pc:sldMk cId="876099985" sldId="409"/>
        </pc:sldMkLst>
      </pc:sldChg>
      <pc:sldChg chg="del">
        <pc:chgData name="Suraj Chopade" userId="S::suraj.chopade@bostoninstituteofanalytics.org::dcc44ee8-6a65-4538-a5e1-c87e14ca7a61" providerId="AD" clId="Web-{A8A5AB48-3311-B43A-3631-9F462C1E44C8}" dt="2023-10-06T09:33:58.009" v="1"/>
        <pc:sldMkLst>
          <pc:docMk/>
          <pc:sldMk cId="2926612377" sldId="410"/>
        </pc:sldMkLst>
      </pc:sldChg>
      <pc:sldChg chg="del">
        <pc:chgData name="Suraj Chopade" userId="S::suraj.chopade@bostoninstituteofanalytics.org::dcc44ee8-6a65-4538-a5e1-c87e14ca7a61" providerId="AD" clId="Web-{A8A5AB48-3311-B43A-3631-9F462C1E44C8}" dt="2023-10-06T10:11:23.160" v="559"/>
        <pc:sldMkLst>
          <pc:docMk/>
          <pc:sldMk cId="1716880795" sldId="412"/>
        </pc:sldMkLst>
      </pc:sldChg>
      <pc:sldChg chg="del">
        <pc:chgData name="Suraj Chopade" userId="S::suraj.chopade@bostoninstituteofanalytics.org::dcc44ee8-6a65-4538-a5e1-c87e14ca7a61" providerId="AD" clId="Web-{A8A5AB48-3311-B43A-3631-9F462C1E44C8}" dt="2023-10-06T10:11:23.160" v="558"/>
        <pc:sldMkLst>
          <pc:docMk/>
          <pc:sldMk cId="2788898658" sldId="413"/>
        </pc:sldMkLst>
      </pc:sldChg>
      <pc:sldChg chg="del">
        <pc:chgData name="Suraj Chopade" userId="S::suraj.chopade@bostoninstituteofanalytics.org::dcc44ee8-6a65-4538-a5e1-c87e14ca7a61" providerId="AD" clId="Web-{A8A5AB48-3311-B43A-3631-9F462C1E44C8}" dt="2023-10-06T10:11:23.160" v="556"/>
        <pc:sldMkLst>
          <pc:docMk/>
          <pc:sldMk cId="3599271236" sldId="414"/>
        </pc:sldMkLst>
      </pc:sldChg>
      <pc:sldChg chg="del">
        <pc:chgData name="Suraj Chopade" userId="S::suraj.chopade@bostoninstituteofanalytics.org::dcc44ee8-6a65-4538-a5e1-c87e14ca7a61" providerId="AD" clId="Web-{A8A5AB48-3311-B43A-3631-9F462C1E44C8}" dt="2023-10-06T10:11:23.160" v="555"/>
        <pc:sldMkLst>
          <pc:docMk/>
          <pc:sldMk cId="1862185736" sldId="415"/>
        </pc:sldMkLst>
      </pc:sldChg>
      <pc:sldChg chg="del">
        <pc:chgData name="Suraj Chopade" userId="S::suraj.chopade@bostoninstituteofanalytics.org::dcc44ee8-6a65-4538-a5e1-c87e14ca7a61" providerId="AD" clId="Web-{A8A5AB48-3311-B43A-3631-9F462C1E44C8}" dt="2023-10-06T10:11:23.160" v="554"/>
        <pc:sldMkLst>
          <pc:docMk/>
          <pc:sldMk cId="473788288" sldId="416"/>
        </pc:sldMkLst>
      </pc:sldChg>
      <pc:sldChg chg="del">
        <pc:chgData name="Suraj Chopade" userId="S::suraj.chopade@bostoninstituteofanalytics.org::dcc44ee8-6a65-4538-a5e1-c87e14ca7a61" providerId="AD" clId="Web-{A8A5AB48-3311-B43A-3631-9F462C1E44C8}" dt="2023-10-06T10:11:23.160" v="557"/>
        <pc:sldMkLst>
          <pc:docMk/>
          <pc:sldMk cId="1830556282" sldId="417"/>
        </pc:sldMkLst>
      </pc:sldChg>
      <pc:sldChg chg="del">
        <pc:chgData name="Suraj Chopade" userId="S::suraj.chopade@bostoninstituteofanalytics.org::dcc44ee8-6a65-4538-a5e1-c87e14ca7a61" providerId="AD" clId="Web-{A8A5AB48-3311-B43A-3631-9F462C1E44C8}" dt="2023-10-06T10:11:23.160" v="553"/>
        <pc:sldMkLst>
          <pc:docMk/>
          <pc:sldMk cId="3759979835" sldId="418"/>
        </pc:sldMkLst>
      </pc:sldChg>
      <pc:sldChg chg="del">
        <pc:chgData name="Suraj Chopade" userId="S::suraj.chopade@bostoninstituteofanalytics.org::dcc44ee8-6a65-4538-a5e1-c87e14ca7a61" providerId="AD" clId="Web-{A8A5AB48-3311-B43A-3631-9F462C1E44C8}" dt="2023-10-06T10:11:23.145" v="552"/>
        <pc:sldMkLst>
          <pc:docMk/>
          <pc:sldMk cId="2206983601" sldId="420"/>
        </pc:sldMkLst>
      </pc:sldChg>
      <pc:sldChg chg="del">
        <pc:chgData name="Suraj Chopade" userId="S::suraj.chopade@bostoninstituteofanalytics.org::dcc44ee8-6a65-4538-a5e1-c87e14ca7a61" providerId="AD" clId="Web-{A8A5AB48-3311-B43A-3631-9F462C1E44C8}" dt="2023-10-06T10:11:23.145" v="551"/>
        <pc:sldMkLst>
          <pc:docMk/>
          <pc:sldMk cId="2201374662" sldId="421"/>
        </pc:sldMkLst>
      </pc:sldChg>
      <pc:sldChg chg="del">
        <pc:chgData name="Suraj Chopade" userId="S::suraj.chopade@bostoninstituteofanalytics.org::dcc44ee8-6a65-4538-a5e1-c87e14ca7a61" providerId="AD" clId="Web-{A8A5AB48-3311-B43A-3631-9F462C1E44C8}" dt="2023-10-06T10:11:23.145" v="550"/>
        <pc:sldMkLst>
          <pc:docMk/>
          <pc:sldMk cId="3628698905" sldId="422"/>
        </pc:sldMkLst>
      </pc:sldChg>
      <pc:sldChg chg="del">
        <pc:chgData name="Suraj Chopade" userId="S::suraj.chopade@bostoninstituteofanalytics.org::dcc44ee8-6a65-4538-a5e1-c87e14ca7a61" providerId="AD" clId="Web-{A8A5AB48-3311-B43A-3631-9F462C1E44C8}" dt="2023-10-06T10:11:23.145" v="548"/>
        <pc:sldMkLst>
          <pc:docMk/>
          <pc:sldMk cId="3719171295" sldId="423"/>
        </pc:sldMkLst>
      </pc:sldChg>
      <pc:sldChg chg="del">
        <pc:chgData name="Suraj Chopade" userId="S::suraj.chopade@bostoninstituteofanalytics.org::dcc44ee8-6a65-4538-a5e1-c87e14ca7a61" providerId="AD" clId="Web-{A8A5AB48-3311-B43A-3631-9F462C1E44C8}" dt="2023-10-06T10:11:23.145" v="549"/>
        <pc:sldMkLst>
          <pc:docMk/>
          <pc:sldMk cId="3099422123" sldId="424"/>
        </pc:sldMkLst>
      </pc:sldChg>
      <pc:sldChg chg="del">
        <pc:chgData name="Suraj Chopade" userId="S::suraj.chopade@bostoninstituteofanalytics.org::dcc44ee8-6a65-4538-a5e1-c87e14ca7a61" providerId="AD" clId="Web-{A8A5AB48-3311-B43A-3631-9F462C1E44C8}" dt="2023-10-06T10:11:23.145" v="547"/>
        <pc:sldMkLst>
          <pc:docMk/>
          <pc:sldMk cId="4285754358" sldId="425"/>
        </pc:sldMkLst>
      </pc:sldChg>
      <pc:sldChg chg="del">
        <pc:chgData name="Suraj Chopade" userId="S::suraj.chopade@bostoninstituteofanalytics.org::dcc44ee8-6a65-4538-a5e1-c87e14ca7a61" providerId="AD" clId="Web-{A8A5AB48-3311-B43A-3631-9F462C1E44C8}" dt="2023-10-06T10:11:23.145" v="546"/>
        <pc:sldMkLst>
          <pc:docMk/>
          <pc:sldMk cId="3130724772" sldId="426"/>
        </pc:sldMkLst>
      </pc:sldChg>
      <pc:sldChg chg="del">
        <pc:chgData name="Suraj Chopade" userId="S::suraj.chopade@bostoninstituteofanalytics.org::dcc44ee8-6a65-4538-a5e1-c87e14ca7a61" providerId="AD" clId="Web-{A8A5AB48-3311-B43A-3631-9F462C1E44C8}" dt="2023-10-06T10:11:23.129" v="545"/>
        <pc:sldMkLst>
          <pc:docMk/>
          <pc:sldMk cId="534715058" sldId="427"/>
        </pc:sldMkLst>
      </pc:sldChg>
      <pc:sldChg chg="del">
        <pc:chgData name="Suraj Chopade" userId="S::suraj.chopade@bostoninstituteofanalytics.org::dcc44ee8-6a65-4538-a5e1-c87e14ca7a61" providerId="AD" clId="Web-{A8A5AB48-3311-B43A-3631-9F462C1E44C8}" dt="2023-10-06T10:11:23.129" v="544"/>
        <pc:sldMkLst>
          <pc:docMk/>
          <pc:sldMk cId="2012388065" sldId="428"/>
        </pc:sldMkLst>
      </pc:sldChg>
      <pc:sldChg chg="del">
        <pc:chgData name="Suraj Chopade" userId="S::suraj.chopade@bostoninstituteofanalytics.org::dcc44ee8-6a65-4538-a5e1-c87e14ca7a61" providerId="AD" clId="Web-{A8A5AB48-3311-B43A-3631-9F462C1E44C8}" dt="2023-10-06T10:11:23.129" v="543"/>
        <pc:sldMkLst>
          <pc:docMk/>
          <pc:sldMk cId="437294114" sldId="429"/>
        </pc:sldMkLst>
      </pc:sldChg>
      <pc:sldChg chg="del">
        <pc:chgData name="Suraj Chopade" userId="S::suraj.chopade@bostoninstituteofanalytics.org::dcc44ee8-6a65-4538-a5e1-c87e14ca7a61" providerId="AD" clId="Web-{A8A5AB48-3311-B43A-3631-9F462C1E44C8}" dt="2023-10-06T10:11:23.129" v="542"/>
        <pc:sldMkLst>
          <pc:docMk/>
          <pc:sldMk cId="2327297602" sldId="430"/>
        </pc:sldMkLst>
      </pc:sldChg>
      <pc:sldChg chg="del">
        <pc:chgData name="Suraj Chopade" userId="S::suraj.chopade@bostoninstituteofanalytics.org::dcc44ee8-6a65-4538-a5e1-c87e14ca7a61" providerId="AD" clId="Web-{A8A5AB48-3311-B43A-3631-9F462C1E44C8}" dt="2023-10-06T10:11:23.114" v="541"/>
        <pc:sldMkLst>
          <pc:docMk/>
          <pc:sldMk cId="1635862421" sldId="431"/>
        </pc:sldMkLst>
      </pc:sldChg>
      <pc:sldChg chg="del">
        <pc:chgData name="Suraj Chopade" userId="S::suraj.chopade@bostoninstituteofanalytics.org::dcc44ee8-6a65-4538-a5e1-c87e14ca7a61" providerId="AD" clId="Web-{A8A5AB48-3311-B43A-3631-9F462C1E44C8}" dt="2023-10-06T10:11:23.114" v="540"/>
        <pc:sldMkLst>
          <pc:docMk/>
          <pc:sldMk cId="728911902" sldId="432"/>
        </pc:sldMkLst>
      </pc:sldChg>
      <pc:sldChg chg="del">
        <pc:chgData name="Suraj Chopade" userId="S::suraj.chopade@bostoninstituteofanalytics.org::dcc44ee8-6a65-4538-a5e1-c87e14ca7a61" providerId="AD" clId="Web-{A8A5AB48-3311-B43A-3631-9F462C1E44C8}" dt="2023-10-06T10:11:23.114" v="539"/>
        <pc:sldMkLst>
          <pc:docMk/>
          <pc:sldMk cId="2124791131" sldId="433"/>
        </pc:sldMkLst>
      </pc:sldChg>
      <pc:sldChg chg="del">
        <pc:chgData name="Suraj Chopade" userId="S::suraj.chopade@bostoninstituteofanalytics.org::dcc44ee8-6a65-4538-a5e1-c87e14ca7a61" providerId="AD" clId="Web-{A8A5AB48-3311-B43A-3631-9F462C1E44C8}" dt="2023-10-06T10:11:23.114" v="538"/>
        <pc:sldMkLst>
          <pc:docMk/>
          <pc:sldMk cId="1863556272" sldId="434"/>
        </pc:sldMkLst>
      </pc:sldChg>
      <pc:sldChg chg="del">
        <pc:chgData name="Suraj Chopade" userId="S::suraj.chopade@bostoninstituteofanalytics.org::dcc44ee8-6a65-4538-a5e1-c87e14ca7a61" providerId="AD" clId="Web-{A8A5AB48-3311-B43A-3631-9F462C1E44C8}" dt="2023-10-06T10:11:23.114" v="536"/>
        <pc:sldMkLst>
          <pc:docMk/>
          <pc:sldMk cId="411251168" sldId="435"/>
        </pc:sldMkLst>
      </pc:sldChg>
      <pc:sldChg chg="del">
        <pc:chgData name="Suraj Chopade" userId="S::suraj.chopade@bostoninstituteofanalytics.org::dcc44ee8-6a65-4538-a5e1-c87e14ca7a61" providerId="AD" clId="Web-{A8A5AB48-3311-B43A-3631-9F462C1E44C8}" dt="2023-10-06T10:11:23.114" v="537"/>
        <pc:sldMkLst>
          <pc:docMk/>
          <pc:sldMk cId="3427110777" sldId="436"/>
        </pc:sldMkLst>
      </pc:sldChg>
      <pc:sldChg chg="del">
        <pc:chgData name="Suraj Chopade" userId="S::suraj.chopade@bostoninstituteofanalytics.org::dcc44ee8-6a65-4538-a5e1-c87e14ca7a61" providerId="AD" clId="Web-{A8A5AB48-3311-B43A-3631-9F462C1E44C8}" dt="2023-10-06T10:11:23.114" v="535"/>
        <pc:sldMkLst>
          <pc:docMk/>
          <pc:sldMk cId="2873889658" sldId="437"/>
        </pc:sldMkLst>
      </pc:sldChg>
      <pc:sldChg chg="addSp modSp add replId">
        <pc:chgData name="Suraj Chopade" userId="S::suraj.chopade@bostoninstituteofanalytics.org::dcc44ee8-6a65-4538-a5e1-c87e14ca7a61" providerId="AD" clId="Web-{A8A5AB48-3311-B43A-3631-9F462C1E44C8}" dt="2023-10-06T09:43:44.517" v="102" actId="1076"/>
        <pc:sldMkLst>
          <pc:docMk/>
          <pc:sldMk cId="1541896332" sldId="438"/>
        </pc:sldMkLst>
      </pc:sldChg>
      <pc:sldChg chg="modSp add ord replId">
        <pc:chgData name="Suraj Chopade" userId="S::suraj.chopade@bostoninstituteofanalytics.org::dcc44ee8-6a65-4538-a5e1-c87e14ca7a61" providerId="AD" clId="Web-{A8A5AB48-3311-B43A-3631-9F462C1E44C8}" dt="2023-10-06T09:51:37.879" v="270" actId="20577"/>
        <pc:sldMkLst>
          <pc:docMk/>
          <pc:sldMk cId="4217551723" sldId="439"/>
        </pc:sldMkLst>
      </pc:sldChg>
      <pc:sldChg chg="modSp add replId">
        <pc:chgData name="Suraj Chopade" userId="S::suraj.chopade@bostoninstituteofanalytics.org::dcc44ee8-6a65-4538-a5e1-c87e14ca7a61" providerId="AD" clId="Web-{A8A5AB48-3311-B43A-3631-9F462C1E44C8}" dt="2023-10-06T10:55:46.939" v="799" actId="20577"/>
        <pc:sldMkLst>
          <pc:docMk/>
          <pc:sldMk cId="3445395743" sldId="440"/>
        </pc:sldMkLst>
      </pc:sldChg>
      <pc:sldChg chg="modSp add ord replId">
        <pc:chgData name="Suraj Chopade" userId="S::suraj.chopade@bostoninstituteofanalytics.org::dcc44ee8-6a65-4538-a5e1-c87e14ca7a61" providerId="AD" clId="Web-{A8A5AB48-3311-B43A-3631-9F462C1E44C8}" dt="2023-10-06T09:58:40.474" v="457"/>
        <pc:sldMkLst>
          <pc:docMk/>
          <pc:sldMk cId="4159333918" sldId="441"/>
        </pc:sldMkLst>
      </pc:sldChg>
      <pc:sldChg chg="addSp modSp add ord replId">
        <pc:chgData name="Suraj Chopade" userId="S::suraj.chopade@bostoninstituteofanalytics.org::dcc44ee8-6a65-4538-a5e1-c87e14ca7a61" providerId="AD" clId="Web-{A8A5AB48-3311-B43A-3631-9F462C1E44C8}" dt="2023-10-06T10:13:12.477" v="561"/>
        <pc:sldMkLst>
          <pc:docMk/>
          <pc:sldMk cId="1579541125" sldId="442"/>
        </pc:sldMkLst>
      </pc:sldChg>
      <pc:sldChg chg="add del replId">
        <pc:chgData name="Suraj Chopade" userId="S::suraj.chopade@bostoninstituteofanalytics.org::dcc44ee8-6a65-4538-a5e1-c87e14ca7a61" providerId="AD" clId="Web-{A8A5AB48-3311-B43A-3631-9F462C1E44C8}" dt="2023-10-06T09:57:15.252" v="376"/>
        <pc:sldMkLst>
          <pc:docMk/>
          <pc:sldMk cId="4079971453" sldId="442"/>
        </pc:sldMkLst>
      </pc:sldChg>
      <pc:sldChg chg="add del replId">
        <pc:chgData name="Suraj Chopade" userId="S::suraj.chopade@bostoninstituteofanalytics.org::dcc44ee8-6a65-4538-a5e1-c87e14ca7a61" providerId="AD" clId="Web-{A8A5AB48-3311-B43A-3631-9F462C1E44C8}" dt="2023-10-06T10:05:30.209" v="476"/>
        <pc:sldMkLst>
          <pc:docMk/>
          <pc:sldMk cId="2420606577" sldId="443"/>
        </pc:sldMkLst>
      </pc:sldChg>
      <pc:sldChg chg="addSp delSp modSp add replId">
        <pc:chgData name="Suraj Chopade" userId="S::suraj.chopade@bostoninstituteofanalytics.org::dcc44ee8-6a65-4538-a5e1-c87e14ca7a61" providerId="AD" clId="Web-{A8A5AB48-3311-B43A-3631-9F462C1E44C8}" dt="2023-10-06T10:19:22.679" v="608" actId="1076"/>
        <pc:sldMkLst>
          <pc:docMk/>
          <pc:sldMk cId="3168653105" sldId="443"/>
        </pc:sldMkLst>
      </pc:sldChg>
      <pc:sldChg chg="modSp add replId">
        <pc:chgData name="Suraj Chopade" userId="S::suraj.chopade@bostoninstituteofanalytics.org::dcc44ee8-6a65-4538-a5e1-c87e14ca7a61" providerId="AD" clId="Web-{A8A5AB48-3311-B43A-3631-9F462C1E44C8}" dt="2023-10-06T10:21:21.059" v="629" actId="1076"/>
        <pc:sldMkLst>
          <pc:docMk/>
          <pc:sldMk cId="1096674608" sldId="444"/>
        </pc:sldMkLst>
      </pc:sldChg>
      <pc:sldChg chg="modSp add replId">
        <pc:chgData name="Suraj Chopade" userId="S::suraj.chopade@bostoninstituteofanalytics.org::dcc44ee8-6a65-4538-a5e1-c87e14ca7a61" providerId="AD" clId="Web-{A8A5AB48-3311-B43A-3631-9F462C1E44C8}" dt="2023-10-06T10:25:50.195" v="665" actId="1076"/>
        <pc:sldMkLst>
          <pc:docMk/>
          <pc:sldMk cId="2576935323" sldId="445"/>
        </pc:sldMkLst>
      </pc:sldChg>
      <pc:sldChg chg="add del replId">
        <pc:chgData name="Suraj Chopade" userId="S::suraj.chopade@bostoninstituteofanalytics.org::dcc44ee8-6a65-4538-a5e1-c87e14ca7a61" providerId="AD" clId="Web-{A8A5AB48-3311-B43A-3631-9F462C1E44C8}" dt="2023-10-06T10:26:06.773" v="667"/>
        <pc:sldMkLst>
          <pc:docMk/>
          <pc:sldMk cId="3954385333" sldId="446"/>
        </pc:sldMkLst>
      </pc:sldChg>
      <pc:sldChg chg="modSp add replId">
        <pc:chgData name="Suraj Chopade" userId="S::suraj.chopade@bostoninstituteofanalytics.org::dcc44ee8-6a65-4538-a5e1-c87e14ca7a61" providerId="AD" clId="Web-{A8A5AB48-3311-B43A-3631-9F462C1E44C8}" dt="2023-10-06T10:26:40.478" v="681" actId="1076"/>
        <pc:sldMkLst>
          <pc:docMk/>
          <pc:sldMk cId="1173246912" sldId="447"/>
        </pc:sldMkLst>
      </pc:sldChg>
      <pc:sldChg chg="modSp add replId">
        <pc:chgData name="Suraj Chopade" userId="S::suraj.chopade@bostoninstituteofanalytics.org::dcc44ee8-6a65-4538-a5e1-c87e14ca7a61" providerId="AD" clId="Web-{A8A5AB48-3311-B43A-3631-9F462C1E44C8}" dt="2023-10-06T10:49:01.766" v="710" actId="20577"/>
        <pc:sldMkLst>
          <pc:docMk/>
          <pc:sldMk cId="1067643113" sldId="448"/>
        </pc:sldMkLst>
      </pc:sldChg>
      <pc:sldChg chg="modSp add replId">
        <pc:chgData name="Suraj Chopade" userId="S::suraj.chopade@bostoninstituteofanalytics.org::dcc44ee8-6a65-4538-a5e1-c87e14ca7a61" providerId="AD" clId="Web-{A8A5AB48-3311-B43A-3631-9F462C1E44C8}" dt="2023-10-06T10:50:53.989" v="744" actId="20577"/>
        <pc:sldMkLst>
          <pc:docMk/>
          <pc:sldMk cId="1674932042" sldId="449"/>
        </pc:sldMkLst>
      </pc:sldChg>
      <pc:sldChg chg="addSp modSp add replId">
        <pc:chgData name="Suraj Chopade" userId="S::suraj.chopade@bostoninstituteofanalytics.org::dcc44ee8-6a65-4538-a5e1-c87e14ca7a61" providerId="AD" clId="Web-{A8A5AB48-3311-B43A-3631-9F462C1E44C8}" dt="2023-10-06T10:54:20.435" v="790" actId="1076"/>
        <pc:sldMkLst>
          <pc:docMk/>
          <pc:sldMk cId="4206720302" sldId="450"/>
        </pc:sldMkLst>
      </pc:sldChg>
      <pc:sldChg chg="delSp modSp add replId">
        <pc:chgData name="Suraj Chopade" userId="S::suraj.chopade@bostoninstituteofanalytics.org::dcc44ee8-6a65-4538-a5e1-c87e14ca7a61" providerId="AD" clId="Web-{A8A5AB48-3311-B43A-3631-9F462C1E44C8}" dt="2023-10-06T10:54:34.670" v="794" actId="20577"/>
        <pc:sldMkLst>
          <pc:docMk/>
          <pc:sldMk cId="323007175" sldId="451"/>
        </pc:sldMkLst>
      </pc:sldChg>
      <pc:sldChg chg="addSp delSp modSp add replId">
        <pc:chgData name="Suraj Chopade" userId="S::suraj.chopade@bostoninstituteofanalytics.org::dcc44ee8-6a65-4538-a5e1-c87e14ca7a61" providerId="AD" clId="Web-{A8A5AB48-3311-B43A-3631-9F462C1E44C8}" dt="2023-10-06T11:05:08.727" v="854" actId="1076"/>
        <pc:sldMkLst>
          <pc:docMk/>
          <pc:sldMk cId="1595534070" sldId="452"/>
        </pc:sldMkLst>
      </pc:sldChg>
      <pc:sldChg chg="delSp modSp add replId">
        <pc:chgData name="Suraj Chopade" userId="S::suraj.chopade@bostoninstituteofanalytics.org::dcc44ee8-6a65-4538-a5e1-c87e14ca7a61" providerId="AD" clId="Web-{A8A5AB48-3311-B43A-3631-9F462C1E44C8}" dt="2023-10-06T11:10:18.817" v="900" actId="1076"/>
        <pc:sldMkLst>
          <pc:docMk/>
          <pc:sldMk cId="1591311205" sldId="453"/>
        </pc:sldMkLst>
      </pc:sldChg>
      <pc:sldChg chg="addSp delSp modSp add replId">
        <pc:chgData name="Suraj Chopade" userId="S::suraj.chopade@bostoninstituteofanalytics.org::dcc44ee8-6a65-4538-a5e1-c87e14ca7a61" providerId="AD" clId="Web-{A8A5AB48-3311-B43A-3631-9F462C1E44C8}" dt="2023-10-06T11:20:33.389" v="1008" actId="1076"/>
        <pc:sldMkLst>
          <pc:docMk/>
          <pc:sldMk cId="2861796006" sldId="454"/>
        </pc:sldMkLst>
      </pc:sldChg>
      <pc:sldChg chg="addSp delSp modSp add replId">
        <pc:chgData name="Suraj Chopade" userId="S::suraj.chopade@bostoninstituteofanalytics.org::dcc44ee8-6a65-4538-a5e1-c87e14ca7a61" providerId="AD" clId="Web-{A8A5AB48-3311-B43A-3631-9F462C1E44C8}" dt="2023-10-06T11:23:10.129" v="1039" actId="1076"/>
        <pc:sldMkLst>
          <pc:docMk/>
          <pc:sldMk cId="1858385530" sldId="455"/>
        </pc:sldMkLst>
      </pc:sldChg>
      <pc:sldChg chg="delSp modSp add replId">
        <pc:chgData name="Suraj Chopade" userId="S::suraj.chopade@bostoninstituteofanalytics.org::dcc44ee8-6a65-4538-a5e1-c87e14ca7a61" providerId="AD" clId="Web-{A8A5AB48-3311-B43A-3631-9F462C1E44C8}" dt="2023-10-06T11:33:30.889" v="1083" actId="1076"/>
        <pc:sldMkLst>
          <pc:docMk/>
          <pc:sldMk cId="1887600283" sldId="456"/>
        </pc:sldMkLst>
      </pc:sldChg>
      <pc:sldChg chg="modSp add replId">
        <pc:chgData name="Suraj Chopade" userId="S::suraj.chopade@bostoninstituteofanalytics.org::dcc44ee8-6a65-4538-a5e1-c87e14ca7a61" providerId="AD" clId="Web-{A8A5AB48-3311-B43A-3631-9F462C1E44C8}" dt="2023-10-06T11:36:22.005" v="1131" actId="14100"/>
        <pc:sldMkLst>
          <pc:docMk/>
          <pc:sldMk cId="712815863" sldId="457"/>
        </pc:sldMkLst>
      </pc:sldChg>
      <pc:sldChg chg="addSp delSp modSp add replId">
        <pc:chgData name="Suraj Chopade" userId="S::suraj.chopade@bostoninstituteofanalytics.org::dcc44ee8-6a65-4538-a5e1-c87e14ca7a61" providerId="AD" clId="Web-{A8A5AB48-3311-B43A-3631-9F462C1E44C8}" dt="2023-10-06T11:41:53.174" v="1139" actId="20577"/>
        <pc:sldMkLst>
          <pc:docMk/>
          <pc:sldMk cId="1830708" sldId="458"/>
        </pc:sldMkLst>
      </pc:sldChg>
      <pc:sldChg chg="add del replId">
        <pc:chgData name="Suraj Chopade" userId="S::suraj.chopade@bostoninstituteofanalytics.org::dcc44ee8-6a65-4538-a5e1-c87e14ca7a61" providerId="AD" clId="Web-{A8A5AB48-3311-B43A-3631-9F462C1E44C8}" dt="2023-10-06T11:42:15.363" v="1141"/>
        <pc:sldMkLst>
          <pc:docMk/>
          <pc:sldMk cId="3562238873" sldId="459"/>
        </pc:sldMkLst>
      </pc:sldChg>
      <pc:sldChg chg="addSp modSp add replId">
        <pc:chgData name="Suraj Chopade" userId="S::suraj.chopade@bostoninstituteofanalytics.org::dcc44ee8-6a65-4538-a5e1-c87e14ca7a61" providerId="AD" clId="Web-{A8A5AB48-3311-B43A-3631-9F462C1E44C8}" dt="2023-10-06T12:11:07.479" v="1313" actId="20577"/>
        <pc:sldMkLst>
          <pc:docMk/>
          <pc:sldMk cId="2059826743" sldId="460"/>
        </pc:sldMkLst>
      </pc:sldChg>
      <pc:sldChg chg="addSp delSp modSp add ord replId">
        <pc:chgData name="Suraj Chopade" userId="S::suraj.chopade@bostoninstituteofanalytics.org::dcc44ee8-6a65-4538-a5e1-c87e14ca7a61" providerId="AD" clId="Web-{A8A5AB48-3311-B43A-3631-9F462C1E44C8}" dt="2023-10-06T12:21:02.582" v="1435"/>
        <pc:sldMkLst>
          <pc:docMk/>
          <pc:sldMk cId="702833047" sldId="461"/>
        </pc:sldMkLst>
      </pc:sldChg>
      <pc:sldChg chg="delSp modSp add replId">
        <pc:chgData name="Suraj Chopade" userId="S::suraj.chopade@bostoninstituteofanalytics.org::dcc44ee8-6a65-4538-a5e1-c87e14ca7a61" providerId="AD" clId="Web-{A8A5AB48-3311-B43A-3631-9F462C1E44C8}" dt="2023-10-06T12:16:37.227" v="1364" actId="20577"/>
        <pc:sldMkLst>
          <pc:docMk/>
          <pc:sldMk cId="4117235266" sldId="462"/>
        </pc:sldMkLst>
      </pc:sldChg>
      <pc:sldChg chg="delSp modSp add replId">
        <pc:chgData name="Suraj Chopade" userId="S::suraj.chopade@bostoninstituteofanalytics.org::dcc44ee8-6a65-4538-a5e1-c87e14ca7a61" providerId="AD" clId="Web-{A8A5AB48-3311-B43A-3631-9F462C1E44C8}" dt="2023-10-06T12:24:03.699" v="1462" actId="1076"/>
        <pc:sldMkLst>
          <pc:docMk/>
          <pc:sldMk cId="3850761227" sldId="463"/>
        </pc:sldMkLst>
      </pc:sldChg>
      <pc:sldChg chg="addSp delSp modSp add replId">
        <pc:chgData name="Suraj Chopade" userId="S::suraj.chopade@bostoninstituteofanalytics.org::dcc44ee8-6a65-4538-a5e1-c87e14ca7a61" providerId="AD" clId="Web-{A8A5AB48-3311-B43A-3631-9F462C1E44C8}" dt="2023-10-06T12:28:37.616" v="1494" actId="14100"/>
        <pc:sldMkLst>
          <pc:docMk/>
          <pc:sldMk cId="835093248" sldId="464"/>
        </pc:sldMkLst>
      </pc:sldChg>
      <pc:sldChg chg="addSp delSp modSp add replId">
        <pc:chgData name="Suraj Chopade" userId="S::suraj.chopade@bostoninstituteofanalytics.org::dcc44ee8-6a65-4538-a5e1-c87e14ca7a61" providerId="AD" clId="Web-{A8A5AB48-3311-B43A-3631-9F462C1E44C8}" dt="2023-10-06T12:33:22.909" v="1584" actId="20577"/>
        <pc:sldMkLst>
          <pc:docMk/>
          <pc:sldMk cId="1494545723" sldId="465"/>
        </pc:sldMkLst>
      </pc:sldChg>
      <pc:sldChg chg="add del replId">
        <pc:chgData name="Suraj Chopade" userId="S::suraj.chopade@bostoninstituteofanalytics.org::dcc44ee8-6a65-4538-a5e1-c87e14ca7a61" providerId="AD" clId="Web-{A8A5AB48-3311-B43A-3631-9F462C1E44C8}" dt="2023-10-06T12:25:41.406" v="1467"/>
        <pc:sldMkLst>
          <pc:docMk/>
          <pc:sldMk cId="2164602217" sldId="465"/>
        </pc:sldMkLst>
      </pc:sldChg>
      <pc:sldChg chg="modSp add replId">
        <pc:chgData name="Suraj Chopade" userId="S::suraj.chopade@bostoninstituteofanalytics.org::dcc44ee8-6a65-4538-a5e1-c87e14ca7a61" providerId="AD" clId="Web-{A8A5AB48-3311-B43A-3631-9F462C1E44C8}" dt="2023-10-06T12:36:15.322" v="1613" actId="1076"/>
        <pc:sldMkLst>
          <pc:docMk/>
          <pc:sldMk cId="2989528000" sldId="466"/>
        </pc:sldMkLst>
      </pc:sldChg>
      <pc:sldChg chg="modSp add replId">
        <pc:chgData name="Suraj Chopade" userId="S::suraj.chopade@bostoninstituteofanalytics.org::dcc44ee8-6a65-4538-a5e1-c87e14ca7a61" providerId="AD" clId="Web-{A8A5AB48-3311-B43A-3631-9F462C1E44C8}" dt="2023-10-06T12:46:29.800" v="1700" actId="20577"/>
        <pc:sldMkLst>
          <pc:docMk/>
          <pc:sldMk cId="2616984097" sldId="467"/>
        </pc:sldMkLst>
      </pc:sldChg>
      <pc:sldChg chg="addSp delSp modSp add ord replId modNotes">
        <pc:chgData name="Suraj Chopade" userId="S::suraj.chopade@bostoninstituteofanalytics.org::dcc44ee8-6a65-4538-a5e1-c87e14ca7a61" providerId="AD" clId="Web-{A8A5AB48-3311-B43A-3631-9F462C1E44C8}" dt="2023-10-06T12:58:32.251" v="1864"/>
        <pc:sldMkLst>
          <pc:docMk/>
          <pc:sldMk cId="216333241" sldId="468"/>
        </pc:sldMkLst>
      </pc:sldChg>
      <pc:sldChg chg="modSp add del replId">
        <pc:chgData name="Suraj Chopade" userId="S::suraj.chopade@bostoninstituteofanalytics.org::dcc44ee8-6a65-4538-a5e1-c87e14ca7a61" providerId="AD" clId="Web-{A8A5AB48-3311-B43A-3631-9F462C1E44C8}" dt="2023-10-06T12:54:40.398" v="1794" actId="20577"/>
        <pc:sldMkLst>
          <pc:docMk/>
          <pc:sldMk cId="1610639289" sldId="469"/>
        </pc:sldMkLst>
      </pc:sldChg>
      <pc:sldChg chg="modSp add replId">
        <pc:chgData name="Suraj Chopade" userId="S::suraj.chopade@bostoninstituteofanalytics.org::dcc44ee8-6a65-4538-a5e1-c87e14ca7a61" providerId="AD" clId="Web-{A8A5AB48-3311-B43A-3631-9F462C1E44C8}" dt="2023-10-06T12:56:21.246" v="1826" actId="20577"/>
        <pc:sldMkLst>
          <pc:docMk/>
          <pc:sldMk cId="1739691860" sldId="470"/>
        </pc:sldMkLst>
      </pc:sldChg>
      <pc:sldChg chg="modSp add replId">
        <pc:chgData name="Suraj Chopade" userId="S::suraj.chopade@bostoninstituteofanalytics.org::dcc44ee8-6a65-4538-a5e1-c87e14ca7a61" providerId="AD" clId="Web-{A8A5AB48-3311-B43A-3631-9F462C1E44C8}" dt="2023-10-06T12:57:55.468" v="1863" actId="20577"/>
        <pc:sldMkLst>
          <pc:docMk/>
          <pc:sldMk cId="3125042556" sldId="471"/>
        </pc:sldMkLst>
      </pc:sldChg>
      <pc:sldChg chg="modSp add replId">
        <pc:chgData name="Suraj Chopade" userId="S::suraj.chopade@bostoninstituteofanalytics.org::dcc44ee8-6a65-4538-a5e1-c87e14ca7a61" providerId="AD" clId="Web-{A8A5AB48-3311-B43A-3631-9F462C1E44C8}" dt="2023-10-06T13:04:29.906" v="1885" actId="1076"/>
        <pc:sldMkLst>
          <pc:docMk/>
          <pc:sldMk cId="153477659" sldId="472"/>
        </pc:sldMkLst>
      </pc:sldChg>
      <pc:sldChg chg="modSp add replId">
        <pc:chgData name="Suraj Chopade" userId="S::suraj.chopade@bostoninstituteofanalytics.org::dcc44ee8-6a65-4538-a5e1-c87e14ca7a61" providerId="AD" clId="Web-{A8A5AB48-3311-B43A-3631-9F462C1E44C8}" dt="2023-10-06T13:09:47.044" v="1945" actId="20577"/>
        <pc:sldMkLst>
          <pc:docMk/>
          <pc:sldMk cId="3663966234" sldId="473"/>
        </pc:sldMkLst>
      </pc:sldChg>
      <pc:sldChg chg="modSp add replId">
        <pc:chgData name="Suraj Chopade" userId="S::suraj.chopade@bostoninstituteofanalytics.org::dcc44ee8-6a65-4538-a5e1-c87e14ca7a61" providerId="AD" clId="Web-{A8A5AB48-3311-B43A-3631-9F462C1E44C8}" dt="2023-10-06T13:12:29.238" v="2008" actId="1076"/>
        <pc:sldMkLst>
          <pc:docMk/>
          <pc:sldMk cId="2092177511" sldId="474"/>
        </pc:sldMkLst>
      </pc:sldChg>
      <pc:sldChg chg="modSp add replId">
        <pc:chgData name="Suraj Chopade" userId="S::suraj.chopade@bostoninstituteofanalytics.org::dcc44ee8-6a65-4538-a5e1-c87e14ca7a61" providerId="AD" clId="Web-{A8A5AB48-3311-B43A-3631-9F462C1E44C8}" dt="2023-10-06T13:13:07.536" v="2022" actId="20577"/>
        <pc:sldMkLst>
          <pc:docMk/>
          <pc:sldMk cId="3546852592" sldId="475"/>
        </pc:sldMkLst>
      </pc:sldChg>
      <pc:sldChg chg="modSp add replId">
        <pc:chgData name="Suraj Chopade" userId="S::suraj.chopade@bostoninstituteofanalytics.org::dcc44ee8-6a65-4538-a5e1-c87e14ca7a61" providerId="AD" clId="Web-{A8A5AB48-3311-B43A-3631-9F462C1E44C8}" dt="2023-10-06T13:15:59.402" v="2089" actId="1076"/>
        <pc:sldMkLst>
          <pc:docMk/>
          <pc:sldMk cId="424723153" sldId="476"/>
        </pc:sldMkLst>
      </pc:sldChg>
      <pc:sldChg chg="modSp add replId">
        <pc:chgData name="Suraj Chopade" userId="S::suraj.chopade@bostoninstituteofanalytics.org::dcc44ee8-6a65-4538-a5e1-c87e14ca7a61" providerId="AD" clId="Web-{A8A5AB48-3311-B43A-3631-9F462C1E44C8}" dt="2023-10-06T13:17:09.358" v="2111" actId="20577"/>
        <pc:sldMkLst>
          <pc:docMk/>
          <pc:sldMk cId="1108611396" sldId="477"/>
        </pc:sldMkLst>
      </pc:sldChg>
      <pc:sldChg chg="add del replId">
        <pc:chgData name="Suraj Chopade" userId="S::suraj.chopade@bostoninstituteofanalytics.org::dcc44ee8-6a65-4538-a5e1-c87e14ca7a61" providerId="AD" clId="Web-{A8A5AB48-3311-B43A-3631-9F462C1E44C8}" dt="2023-10-06T13:13:23.349" v="2027"/>
        <pc:sldMkLst>
          <pc:docMk/>
          <pc:sldMk cId="3436897958" sldId="477"/>
        </pc:sldMkLst>
      </pc:sldChg>
      <pc:sldChg chg="modSp add replId">
        <pc:chgData name="Suraj Chopade" userId="S::suraj.chopade@bostoninstituteofanalytics.org::dcc44ee8-6a65-4538-a5e1-c87e14ca7a61" providerId="AD" clId="Web-{A8A5AB48-3311-B43A-3631-9F462C1E44C8}" dt="2023-10-06T13:39:04.474" v="2261" actId="14100"/>
        <pc:sldMkLst>
          <pc:docMk/>
          <pc:sldMk cId="4263391213" sldId="478"/>
        </pc:sldMkLst>
      </pc:sldChg>
      <pc:sldChg chg="modSp add replId">
        <pc:chgData name="Suraj Chopade" userId="S::suraj.chopade@bostoninstituteofanalytics.org::dcc44ee8-6a65-4538-a5e1-c87e14ca7a61" providerId="AD" clId="Web-{A8A5AB48-3311-B43A-3631-9F462C1E44C8}" dt="2023-10-06T13:39:54.319" v="2266" actId="14100"/>
        <pc:sldMkLst>
          <pc:docMk/>
          <pc:sldMk cId="714322308" sldId="479"/>
        </pc:sldMkLst>
      </pc:sldChg>
      <pc:sldChg chg="modSp add replId">
        <pc:chgData name="Suraj Chopade" userId="S::suraj.chopade@bostoninstituteofanalytics.org::dcc44ee8-6a65-4538-a5e1-c87e14ca7a61" providerId="AD" clId="Web-{A8A5AB48-3311-B43A-3631-9F462C1E44C8}" dt="2023-10-06T13:39:19.209" v="2262" actId="14100"/>
        <pc:sldMkLst>
          <pc:docMk/>
          <pc:sldMk cId="610523756" sldId="480"/>
        </pc:sldMkLst>
      </pc:sldChg>
      <pc:sldChg chg="modSp add ord replId">
        <pc:chgData name="Suraj Chopade" userId="S::suraj.chopade@bostoninstituteofanalytics.org::dcc44ee8-6a65-4538-a5e1-c87e14ca7a61" providerId="AD" clId="Web-{A8A5AB48-3311-B43A-3631-9F462C1E44C8}" dt="2023-10-06T13:39:24.037" v="2263" actId="14100"/>
        <pc:sldMkLst>
          <pc:docMk/>
          <pc:sldMk cId="1606824909" sldId="481"/>
        </pc:sldMkLst>
      </pc:sldChg>
      <pc:sldChg chg="modSp add replId">
        <pc:chgData name="Suraj Chopade" userId="S::suraj.chopade@bostoninstituteofanalytics.org::dcc44ee8-6a65-4538-a5e1-c87e14ca7a61" providerId="AD" clId="Web-{A8A5AB48-3311-B43A-3631-9F462C1E44C8}" dt="2023-10-06T13:39:28.459" v="2264" actId="14100"/>
        <pc:sldMkLst>
          <pc:docMk/>
          <pc:sldMk cId="3717048252" sldId="482"/>
        </pc:sldMkLst>
      </pc:sldChg>
      <pc:sldChg chg="modSp add replId">
        <pc:chgData name="Suraj Chopade" userId="S::suraj.chopade@bostoninstituteofanalytics.org::dcc44ee8-6a65-4538-a5e1-c87e14ca7a61" providerId="AD" clId="Web-{A8A5AB48-3311-B43A-3631-9F462C1E44C8}" dt="2023-10-06T13:39:32.772" v="2265" actId="14100"/>
        <pc:sldMkLst>
          <pc:docMk/>
          <pc:sldMk cId="2884690960" sldId="483"/>
        </pc:sldMkLst>
      </pc:sldChg>
    </pc:docChg>
  </pc:docChgLst>
  <pc:docChgLst>
    <pc:chgData name="Suraj Chopade" userId="S::suraj.chopade@bostoninstituteofanalytics.org::dcc44ee8-6a65-4538-a5e1-c87e14ca7a61" providerId="AD" clId="Web-{72D73C5D-A962-D16B-43A2-2FFC204EC97B}"/>
    <pc:docChg chg="delSld modSld sldOrd">
      <pc:chgData name="Suraj Chopade" userId="S::suraj.chopade@bostoninstituteofanalytics.org::dcc44ee8-6a65-4538-a5e1-c87e14ca7a61" providerId="AD" clId="Web-{72D73C5D-A962-D16B-43A2-2FFC204EC97B}" dt="2023-10-09T11:05:59.794" v="32"/>
      <pc:docMkLst>
        <pc:docMk/>
      </pc:docMkLst>
      <pc:sldChg chg="delSp">
        <pc:chgData name="Suraj Chopade" userId="S::suraj.chopade@bostoninstituteofanalytics.org::dcc44ee8-6a65-4538-a5e1-c87e14ca7a61" providerId="AD" clId="Web-{72D73C5D-A962-D16B-43A2-2FFC204EC97B}" dt="2023-10-09T11:05:57.106" v="31"/>
        <pc:sldMkLst>
          <pc:docMk/>
          <pc:sldMk cId="2503897231" sldId="283"/>
        </pc:sldMkLst>
      </pc:sldChg>
      <pc:sldChg chg="del">
        <pc:chgData name="Suraj Chopade" userId="S::suraj.chopade@bostoninstituteofanalytics.org::dcc44ee8-6a65-4538-a5e1-c87e14ca7a61" providerId="AD" clId="Web-{72D73C5D-A962-D16B-43A2-2FFC204EC97B}" dt="2023-10-09T10:42:33.819" v="18"/>
        <pc:sldMkLst>
          <pc:docMk/>
          <pc:sldMk cId="1726830" sldId="314"/>
        </pc:sldMkLst>
      </pc:sldChg>
      <pc:sldChg chg="delSp">
        <pc:chgData name="Suraj Chopade" userId="S::suraj.chopade@bostoninstituteofanalytics.org::dcc44ee8-6a65-4538-a5e1-c87e14ca7a61" providerId="AD" clId="Web-{72D73C5D-A962-D16B-43A2-2FFC204EC97B}" dt="2023-10-09T11:05:59.794" v="32"/>
        <pc:sldMkLst>
          <pc:docMk/>
          <pc:sldMk cId="4059647043" sldId="408"/>
        </pc:sldMkLst>
      </pc:sldChg>
      <pc:sldChg chg="del">
        <pc:chgData name="Suraj Chopade" userId="S::suraj.chopade@bostoninstituteofanalytics.org::dcc44ee8-6a65-4538-a5e1-c87e14ca7a61" providerId="AD" clId="Web-{72D73C5D-A962-D16B-43A2-2FFC204EC97B}" dt="2023-10-09T10:42:24.210" v="0"/>
        <pc:sldMkLst>
          <pc:docMk/>
          <pc:sldMk cId="3582198988" sldId="485"/>
        </pc:sldMkLst>
      </pc:sldChg>
      <pc:sldChg chg="del">
        <pc:chgData name="Suraj Chopade" userId="S::suraj.chopade@bostoninstituteofanalytics.org::dcc44ee8-6a65-4538-a5e1-c87e14ca7a61" providerId="AD" clId="Web-{72D73C5D-A962-D16B-43A2-2FFC204EC97B}" dt="2023-10-09T10:42:24.210" v="1"/>
        <pc:sldMkLst>
          <pc:docMk/>
          <pc:sldMk cId="3025139516" sldId="486"/>
        </pc:sldMkLst>
      </pc:sldChg>
      <pc:sldChg chg="del">
        <pc:chgData name="Suraj Chopade" userId="S::suraj.chopade@bostoninstituteofanalytics.org::dcc44ee8-6a65-4538-a5e1-c87e14ca7a61" providerId="AD" clId="Web-{72D73C5D-A962-D16B-43A2-2FFC204EC97B}" dt="2023-10-09T10:42:33.819" v="17"/>
        <pc:sldMkLst>
          <pc:docMk/>
          <pc:sldMk cId="170298293" sldId="487"/>
        </pc:sldMkLst>
      </pc:sldChg>
      <pc:sldChg chg="del">
        <pc:chgData name="Suraj Chopade" userId="S::suraj.chopade@bostoninstituteofanalytics.org::dcc44ee8-6a65-4538-a5e1-c87e14ca7a61" providerId="AD" clId="Web-{72D73C5D-A962-D16B-43A2-2FFC204EC97B}" dt="2023-10-09T10:42:33.819" v="16"/>
        <pc:sldMkLst>
          <pc:docMk/>
          <pc:sldMk cId="2393680182" sldId="488"/>
        </pc:sldMkLst>
      </pc:sldChg>
      <pc:sldChg chg="del">
        <pc:chgData name="Suraj Chopade" userId="S::suraj.chopade@bostoninstituteofanalytics.org::dcc44ee8-6a65-4538-a5e1-c87e14ca7a61" providerId="AD" clId="Web-{72D73C5D-A962-D16B-43A2-2FFC204EC97B}" dt="2023-10-09T10:42:33.819" v="15"/>
        <pc:sldMkLst>
          <pc:docMk/>
          <pc:sldMk cId="1794145806" sldId="489"/>
        </pc:sldMkLst>
      </pc:sldChg>
      <pc:sldChg chg="del">
        <pc:chgData name="Suraj Chopade" userId="S::suraj.chopade@bostoninstituteofanalytics.org::dcc44ee8-6a65-4538-a5e1-c87e14ca7a61" providerId="AD" clId="Web-{72D73C5D-A962-D16B-43A2-2FFC204EC97B}" dt="2023-10-09T10:42:33.804" v="12"/>
        <pc:sldMkLst>
          <pc:docMk/>
          <pc:sldMk cId="1281757821" sldId="490"/>
        </pc:sldMkLst>
      </pc:sldChg>
      <pc:sldChg chg="del">
        <pc:chgData name="Suraj Chopade" userId="S::suraj.chopade@bostoninstituteofanalytics.org::dcc44ee8-6a65-4538-a5e1-c87e14ca7a61" providerId="AD" clId="Web-{72D73C5D-A962-D16B-43A2-2FFC204EC97B}" dt="2023-10-09T10:42:33.819" v="14"/>
        <pc:sldMkLst>
          <pc:docMk/>
          <pc:sldMk cId="3802794363" sldId="491"/>
        </pc:sldMkLst>
      </pc:sldChg>
      <pc:sldChg chg="del">
        <pc:chgData name="Suraj Chopade" userId="S::suraj.chopade@bostoninstituteofanalytics.org::dcc44ee8-6a65-4538-a5e1-c87e14ca7a61" providerId="AD" clId="Web-{72D73C5D-A962-D16B-43A2-2FFC204EC97B}" dt="2023-10-09T10:42:33.804" v="13"/>
        <pc:sldMkLst>
          <pc:docMk/>
          <pc:sldMk cId="15428375" sldId="492"/>
        </pc:sldMkLst>
      </pc:sldChg>
      <pc:sldChg chg="del">
        <pc:chgData name="Suraj Chopade" userId="S::suraj.chopade@bostoninstituteofanalytics.org::dcc44ee8-6a65-4538-a5e1-c87e14ca7a61" providerId="AD" clId="Web-{72D73C5D-A962-D16B-43A2-2FFC204EC97B}" dt="2023-10-09T10:42:33.804" v="6"/>
        <pc:sldMkLst>
          <pc:docMk/>
          <pc:sldMk cId="2447148602" sldId="493"/>
        </pc:sldMkLst>
      </pc:sldChg>
      <pc:sldChg chg="del">
        <pc:chgData name="Suraj Chopade" userId="S::suraj.chopade@bostoninstituteofanalytics.org::dcc44ee8-6a65-4538-a5e1-c87e14ca7a61" providerId="AD" clId="Web-{72D73C5D-A962-D16B-43A2-2FFC204EC97B}" dt="2023-10-09T10:42:33.804" v="5"/>
        <pc:sldMkLst>
          <pc:docMk/>
          <pc:sldMk cId="3592800487" sldId="494"/>
        </pc:sldMkLst>
      </pc:sldChg>
      <pc:sldChg chg="del">
        <pc:chgData name="Suraj Chopade" userId="S::suraj.chopade@bostoninstituteofanalytics.org::dcc44ee8-6a65-4538-a5e1-c87e14ca7a61" providerId="AD" clId="Web-{72D73C5D-A962-D16B-43A2-2FFC204EC97B}" dt="2023-10-09T10:42:33.804" v="3"/>
        <pc:sldMkLst>
          <pc:docMk/>
          <pc:sldMk cId="3469038299" sldId="495"/>
        </pc:sldMkLst>
      </pc:sldChg>
      <pc:sldChg chg="del">
        <pc:chgData name="Suraj Chopade" userId="S::suraj.chopade@bostoninstituteofanalytics.org::dcc44ee8-6a65-4538-a5e1-c87e14ca7a61" providerId="AD" clId="Web-{72D73C5D-A962-D16B-43A2-2FFC204EC97B}" dt="2023-10-09T10:42:33.788" v="2"/>
        <pc:sldMkLst>
          <pc:docMk/>
          <pc:sldMk cId="3658381137" sldId="496"/>
        </pc:sldMkLst>
      </pc:sldChg>
      <pc:sldChg chg="delSp">
        <pc:chgData name="Suraj Chopade" userId="S::suraj.chopade@bostoninstituteofanalytics.org::dcc44ee8-6a65-4538-a5e1-c87e14ca7a61" providerId="AD" clId="Web-{72D73C5D-A962-D16B-43A2-2FFC204EC97B}" dt="2023-10-09T11:05:51.559" v="29"/>
        <pc:sldMkLst>
          <pc:docMk/>
          <pc:sldMk cId="2004310942" sldId="497"/>
        </pc:sldMkLst>
      </pc:sldChg>
      <pc:sldChg chg="delSp">
        <pc:chgData name="Suraj Chopade" userId="S::suraj.chopade@bostoninstituteofanalytics.org::dcc44ee8-6a65-4538-a5e1-c87e14ca7a61" providerId="AD" clId="Web-{72D73C5D-A962-D16B-43A2-2FFC204EC97B}" dt="2023-10-09T11:05:54.028" v="30"/>
        <pc:sldMkLst>
          <pc:docMk/>
          <pc:sldMk cId="988374458" sldId="498"/>
        </pc:sldMkLst>
      </pc:sldChg>
      <pc:sldChg chg="delSp ord">
        <pc:chgData name="Suraj Chopade" userId="S::suraj.chopade@bostoninstituteofanalytics.org::dcc44ee8-6a65-4538-a5e1-c87e14ca7a61" providerId="AD" clId="Web-{72D73C5D-A962-D16B-43A2-2FFC204EC97B}" dt="2023-10-09T11:05:40.996" v="24"/>
        <pc:sldMkLst>
          <pc:docMk/>
          <pc:sldMk cId="578900116" sldId="499"/>
        </pc:sldMkLst>
      </pc:sldChg>
      <pc:sldChg chg="delSp ord">
        <pc:chgData name="Suraj Chopade" userId="S::suraj.chopade@bostoninstituteofanalytics.org::dcc44ee8-6a65-4538-a5e1-c87e14ca7a61" providerId="AD" clId="Web-{72D73C5D-A962-D16B-43A2-2FFC204EC97B}" dt="2023-10-09T11:05:42.949" v="25"/>
        <pc:sldMkLst>
          <pc:docMk/>
          <pc:sldMk cId="1360406204" sldId="500"/>
        </pc:sldMkLst>
      </pc:sldChg>
      <pc:sldChg chg="delSp ord">
        <pc:chgData name="Suraj Chopade" userId="S::suraj.chopade@bostoninstituteofanalytics.org::dcc44ee8-6a65-4538-a5e1-c87e14ca7a61" providerId="AD" clId="Web-{72D73C5D-A962-D16B-43A2-2FFC204EC97B}" dt="2023-10-09T11:05:46.965" v="27"/>
        <pc:sldMkLst>
          <pc:docMk/>
          <pc:sldMk cId="518322288" sldId="501"/>
        </pc:sldMkLst>
      </pc:sldChg>
      <pc:sldChg chg="delSp ord">
        <pc:chgData name="Suraj Chopade" userId="S::suraj.chopade@bostoninstituteofanalytics.org::dcc44ee8-6a65-4538-a5e1-c87e14ca7a61" providerId="AD" clId="Web-{72D73C5D-A962-D16B-43A2-2FFC204EC97B}" dt="2023-10-09T11:05:49.262" v="28"/>
        <pc:sldMkLst>
          <pc:docMk/>
          <pc:sldMk cId="2194005509" sldId="502"/>
        </pc:sldMkLst>
      </pc:sldChg>
      <pc:sldChg chg="delSp ord">
        <pc:chgData name="Suraj Chopade" userId="S::suraj.chopade@bostoninstituteofanalytics.org::dcc44ee8-6a65-4538-a5e1-c87e14ca7a61" providerId="AD" clId="Web-{72D73C5D-A962-D16B-43A2-2FFC204EC97B}" dt="2023-10-09T11:05:44.981" v="26"/>
        <pc:sldMkLst>
          <pc:docMk/>
          <pc:sldMk cId="1122122428" sldId="503"/>
        </pc:sldMkLst>
      </pc:sldChg>
      <pc:sldChg chg="del">
        <pc:chgData name="Suraj Chopade" userId="S::suraj.chopade@bostoninstituteofanalytics.org::dcc44ee8-6a65-4538-a5e1-c87e14ca7a61" providerId="AD" clId="Web-{72D73C5D-A962-D16B-43A2-2FFC204EC97B}" dt="2023-10-09T10:42:33.804" v="11"/>
        <pc:sldMkLst>
          <pc:docMk/>
          <pc:sldMk cId="889843261" sldId="504"/>
        </pc:sldMkLst>
      </pc:sldChg>
      <pc:sldChg chg="del">
        <pc:chgData name="Suraj Chopade" userId="S::suraj.chopade@bostoninstituteofanalytics.org::dcc44ee8-6a65-4538-a5e1-c87e14ca7a61" providerId="AD" clId="Web-{72D73C5D-A962-D16B-43A2-2FFC204EC97B}" dt="2023-10-09T10:42:33.804" v="10"/>
        <pc:sldMkLst>
          <pc:docMk/>
          <pc:sldMk cId="189096696" sldId="505"/>
        </pc:sldMkLst>
      </pc:sldChg>
      <pc:sldChg chg="del">
        <pc:chgData name="Suraj Chopade" userId="S::suraj.chopade@bostoninstituteofanalytics.org::dcc44ee8-6a65-4538-a5e1-c87e14ca7a61" providerId="AD" clId="Web-{72D73C5D-A962-D16B-43A2-2FFC204EC97B}" dt="2023-10-09T10:42:33.804" v="9"/>
        <pc:sldMkLst>
          <pc:docMk/>
          <pc:sldMk cId="3932013374" sldId="506"/>
        </pc:sldMkLst>
      </pc:sldChg>
      <pc:sldChg chg="del">
        <pc:chgData name="Suraj Chopade" userId="S::suraj.chopade@bostoninstituteofanalytics.org::dcc44ee8-6a65-4538-a5e1-c87e14ca7a61" providerId="AD" clId="Web-{72D73C5D-A962-D16B-43A2-2FFC204EC97B}" dt="2023-10-09T10:42:33.804" v="8"/>
        <pc:sldMkLst>
          <pc:docMk/>
          <pc:sldMk cId="4290452773" sldId="507"/>
        </pc:sldMkLst>
      </pc:sldChg>
      <pc:sldChg chg="del">
        <pc:chgData name="Suraj Chopade" userId="S::suraj.chopade@bostoninstituteofanalytics.org::dcc44ee8-6a65-4538-a5e1-c87e14ca7a61" providerId="AD" clId="Web-{72D73C5D-A962-D16B-43A2-2FFC204EC97B}" dt="2023-10-09T10:42:33.804" v="7"/>
        <pc:sldMkLst>
          <pc:docMk/>
          <pc:sldMk cId="39558220" sldId="508"/>
        </pc:sldMkLst>
      </pc:sldChg>
      <pc:sldChg chg="del">
        <pc:chgData name="Suraj Chopade" userId="S::suraj.chopade@bostoninstituteofanalytics.org::dcc44ee8-6a65-4538-a5e1-c87e14ca7a61" providerId="AD" clId="Web-{72D73C5D-A962-D16B-43A2-2FFC204EC97B}" dt="2023-10-09T10:42:33.804" v="4"/>
        <pc:sldMkLst>
          <pc:docMk/>
          <pc:sldMk cId="4287738320" sldId="509"/>
        </pc:sldMkLst>
      </pc:sldChg>
    </pc:docChg>
  </pc:docChgLst>
  <pc:docChgLst>
    <pc:chgData name="Suraj Chopade" userId="S::suraj.chopade@bostoninstituteofanalytics.org::dcc44ee8-6a65-4538-a5e1-c87e14ca7a61" providerId="AD" clId="Web-{9CC10B81-8784-2E8C-0748-42A0263960C3}"/>
    <pc:docChg chg="addSld modSld">
      <pc:chgData name="Suraj Chopade" userId="S::suraj.chopade@bostoninstituteofanalytics.org::dcc44ee8-6a65-4538-a5e1-c87e14ca7a61" providerId="AD" clId="Web-{9CC10B81-8784-2E8C-0748-42A0263960C3}" dt="2023-10-12T05:41:58.364" v="47"/>
      <pc:docMkLst>
        <pc:docMk/>
      </pc:docMkLst>
      <pc:sldChg chg="modSp add replId modNotes">
        <pc:chgData name="Suraj Chopade" userId="S::suraj.chopade@bostoninstituteofanalytics.org::dcc44ee8-6a65-4538-a5e1-c87e14ca7a61" providerId="AD" clId="Web-{9CC10B81-8784-2E8C-0748-42A0263960C3}" dt="2023-10-12T05:41:58.364" v="47"/>
        <pc:sldMkLst>
          <pc:docMk/>
          <pc:sldMk cId="3440828800" sldId="559"/>
        </pc:sldMkLst>
      </pc:sldChg>
    </pc:docChg>
  </pc:docChgLst>
  <pc:docChgLst>
    <pc:chgData name="Suraj Chopade" userId="S::suraj.chopade@bostoninstituteofanalytics.org::dcc44ee8-6a65-4538-a5e1-c87e14ca7a61" providerId="AD" clId="Web-{75871122-C9DD-019A-ADFE-4B4E0EB19A3F}"/>
    <pc:docChg chg="addSld delSld modSld sldOrd">
      <pc:chgData name="Suraj Chopade" userId="S::suraj.chopade@bostoninstituteofanalytics.org::dcc44ee8-6a65-4538-a5e1-c87e14ca7a61" providerId="AD" clId="Web-{75871122-C9DD-019A-ADFE-4B4E0EB19A3F}" dt="2023-10-11T09:49:57.783" v="283"/>
      <pc:docMkLst>
        <pc:docMk/>
      </pc:docMkLst>
      <pc:sldChg chg="modSp">
        <pc:chgData name="Suraj Chopade" userId="S::suraj.chopade@bostoninstituteofanalytics.org::dcc44ee8-6a65-4538-a5e1-c87e14ca7a61" providerId="AD" clId="Web-{75871122-C9DD-019A-ADFE-4B4E0EB19A3F}" dt="2023-10-11T09:13:49.510" v="17" actId="20577"/>
        <pc:sldMkLst>
          <pc:docMk/>
          <pc:sldMk cId="4076578880" sldId="484"/>
        </pc:sldMkLst>
      </pc:sldChg>
      <pc:sldChg chg="del">
        <pc:chgData name="Suraj Chopade" userId="S::suraj.chopade@bostoninstituteofanalytics.org::dcc44ee8-6a65-4538-a5e1-c87e14ca7a61" providerId="AD" clId="Web-{75871122-C9DD-019A-ADFE-4B4E0EB19A3F}" dt="2023-10-11T09:23:46.738" v="135"/>
        <pc:sldMkLst>
          <pc:docMk/>
          <pc:sldMk cId="256933436" sldId="512"/>
        </pc:sldMkLst>
      </pc:sldChg>
      <pc:sldChg chg="addSp delSp modSp">
        <pc:chgData name="Suraj Chopade" userId="S::suraj.chopade@bostoninstituteofanalytics.org::dcc44ee8-6a65-4538-a5e1-c87e14ca7a61" providerId="AD" clId="Web-{75871122-C9DD-019A-ADFE-4B4E0EB19A3F}" dt="2023-10-11T09:19:19.288" v="54" actId="1076"/>
        <pc:sldMkLst>
          <pc:docMk/>
          <pc:sldMk cId="3080017173" sldId="513"/>
        </pc:sldMkLst>
      </pc:sldChg>
      <pc:sldChg chg="del">
        <pc:chgData name="Suraj Chopade" userId="S::suraj.chopade@bostoninstituteofanalytics.org::dcc44ee8-6a65-4538-a5e1-c87e14ca7a61" providerId="AD" clId="Web-{75871122-C9DD-019A-ADFE-4B4E0EB19A3F}" dt="2023-10-11T09:23:46.752" v="141"/>
        <pc:sldMkLst>
          <pc:docMk/>
          <pc:sldMk cId="3573858950" sldId="514"/>
        </pc:sldMkLst>
      </pc:sldChg>
      <pc:sldChg chg="del">
        <pc:chgData name="Suraj Chopade" userId="S::suraj.chopade@bostoninstituteofanalytics.org::dcc44ee8-6a65-4538-a5e1-c87e14ca7a61" providerId="AD" clId="Web-{75871122-C9DD-019A-ADFE-4B4E0EB19A3F}" dt="2023-10-11T09:23:46.752" v="140"/>
        <pc:sldMkLst>
          <pc:docMk/>
          <pc:sldMk cId="4217137610" sldId="515"/>
        </pc:sldMkLst>
      </pc:sldChg>
      <pc:sldChg chg="del">
        <pc:chgData name="Suraj Chopade" userId="S::suraj.chopade@bostoninstituteofanalytics.org::dcc44ee8-6a65-4538-a5e1-c87e14ca7a61" providerId="AD" clId="Web-{75871122-C9DD-019A-ADFE-4B4E0EB19A3F}" dt="2023-10-11T09:23:46.752" v="139"/>
        <pc:sldMkLst>
          <pc:docMk/>
          <pc:sldMk cId="1413599815" sldId="516"/>
        </pc:sldMkLst>
      </pc:sldChg>
      <pc:sldChg chg="del">
        <pc:chgData name="Suraj Chopade" userId="S::suraj.chopade@bostoninstituteofanalytics.org::dcc44ee8-6a65-4538-a5e1-c87e14ca7a61" providerId="AD" clId="Web-{75871122-C9DD-019A-ADFE-4B4E0EB19A3F}" dt="2023-10-11T09:23:46.738" v="137"/>
        <pc:sldMkLst>
          <pc:docMk/>
          <pc:sldMk cId="978294003" sldId="518"/>
        </pc:sldMkLst>
      </pc:sldChg>
      <pc:sldChg chg="del">
        <pc:chgData name="Suraj Chopade" userId="S::suraj.chopade@bostoninstituteofanalytics.org::dcc44ee8-6a65-4538-a5e1-c87e14ca7a61" providerId="AD" clId="Web-{75871122-C9DD-019A-ADFE-4B4E0EB19A3F}" dt="2023-10-11T09:23:46.738" v="136"/>
        <pc:sldMkLst>
          <pc:docMk/>
          <pc:sldMk cId="3146570716" sldId="519"/>
        </pc:sldMkLst>
      </pc:sldChg>
      <pc:sldChg chg="del">
        <pc:chgData name="Suraj Chopade" userId="S::suraj.chopade@bostoninstituteofanalytics.org::dcc44ee8-6a65-4538-a5e1-c87e14ca7a61" providerId="AD" clId="Web-{75871122-C9DD-019A-ADFE-4B4E0EB19A3F}" dt="2023-10-11T09:23:46.738" v="134"/>
        <pc:sldMkLst>
          <pc:docMk/>
          <pc:sldMk cId="2584275484" sldId="520"/>
        </pc:sldMkLst>
      </pc:sldChg>
      <pc:sldChg chg="del">
        <pc:chgData name="Suraj Chopade" userId="S::suraj.chopade@bostoninstituteofanalytics.org::dcc44ee8-6a65-4538-a5e1-c87e14ca7a61" providerId="AD" clId="Web-{75871122-C9DD-019A-ADFE-4B4E0EB19A3F}" dt="2023-10-11T09:23:46.738" v="133"/>
        <pc:sldMkLst>
          <pc:docMk/>
          <pc:sldMk cId="812030640" sldId="521"/>
        </pc:sldMkLst>
      </pc:sldChg>
      <pc:sldChg chg="del">
        <pc:chgData name="Suraj Chopade" userId="S::suraj.chopade@bostoninstituteofanalytics.org::dcc44ee8-6a65-4538-a5e1-c87e14ca7a61" providerId="AD" clId="Web-{75871122-C9DD-019A-ADFE-4B4E0EB19A3F}" dt="2023-10-11T09:23:46.738" v="132"/>
        <pc:sldMkLst>
          <pc:docMk/>
          <pc:sldMk cId="1337093339" sldId="522"/>
        </pc:sldMkLst>
      </pc:sldChg>
      <pc:sldChg chg="del">
        <pc:chgData name="Suraj Chopade" userId="S::suraj.chopade@bostoninstituteofanalytics.org::dcc44ee8-6a65-4538-a5e1-c87e14ca7a61" providerId="AD" clId="Web-{75871122-C9DD-019A-ADFE-4B4E0EB19A3F}" dt="2023-10-11T09:23:46.738" v="131"/>
        <pc:sldMkLst>
          <pc:docMk/>
          <pc:sldMk cId="2496386567" sldId="523"/>
        </pc:sldMkLst>
      </pc:sldChg>
      <pc:sldChg chg="del">
        <pc:chgData name="Suraj Chopade" userId="S::suraj.chopade@bostoninstituteofanalytics.org::dcc44ee8-6a65-4538-a5e1-c87e14ca7a61" providerId="AD" clId="Web-{75871122-C9DD-019A-ADFE-4B4E0EB19A3F}" dt="2023-10-11T09:23:46.721" v="130"/>
        <pc:sldMkLst>
          <pc:docMk/>
          <pc:sldMk cId="667405245" sldId="524"/>
        </pc:sldMkLst>
      </pc:sldChg>
      <pc:sldChg chg="del">
        <pc:chgData name="Suraj Chopade" userId="S::suraj.chopade@bostoninstituteofanalytics.org::dcc44ee8-6a65-4538-a5e1-c87e14ca7a61" providerId="AD" clId="Web-{75871122-C9DD-019A-ADFE-4B4E0EB19A3F}" dt="2023-10-11T09:23:46.721" v="129"/>
        <pc:sldMkLst>
          <pc:docMk/>
          <pc:sldMk cId="3679715467" sldId="525"/>
        </pc:sldMkLst>
      </pc:sldChg>
      <pc:sldChg chg="del">
        <pc:chgData name="Suraj Chopade" userId="S::suraj.chopade@bostoninstituteofanalytics.org::dcc44ee8-6a65-4538-a5e1-c87e14ca7a61" providerId="AD" clId="Web-{75871122-C9DD-019A-ADFE-4B4E0EB19A3F}" dt="2023-10-11T09:23:46.721" v="128"/>
        <pc:sldMkLst>
          <pc:docMk/>
          <pc:sldMk cId="2410424579" sldId="526"/>
        </pc:sldMkLst>
      </pc:sldChg>
      <pc:sldChg chg="del">
        <pc:chgData name="Suraj Chopade" userId="S::suraj.chopade@bostoninstituteofanalytics.org::dcc44ee8-6a65-4538-a5e1-c87e14ca7a61" providerId="AD" clId="Web-{75871122-C9DD-019A-ADFE-4B4E0EB19A3F}" dt="2023-10-11T09:23:46.752" v="138"/>
        <pc:sldMkLst>
          <pc:docMk/>
          <pc:sldMk cId="1434123831" sldId="527"/>
        </pc:sldMkLst>
      </pc:sldChg>
      <pc:sldChg chg="del">
        <pc:chgData name="Suraj Chopade" userId="S::suraj.chopade@bostoninstituteofanalytics.org::dcc44ee8-6a65-4538-a5e1-c87e14ca7a61" providerId="AD" clId="Web-{75871122-C9DD-019A-ADFE-4B4E0EB19A3F}" dt="2023-10-11T09:23:46.721" v="127"/>
        <pc:sldMkLst>
          <pc:docMk/>
          <pc:sldMk cId="3005070709" sldId="528"/>
        </pc:sldMkLst>
      </pc:sldChg>
      <pc:sldChg chg="addSp delSp modSp modNotes">
        <pc:chgData name="Suraj Chopade" userId="S::suraj.chopade@bostoninstituteofanalytics.org::dcc44ee8-6a65-4538-a5e1-c87e14ca7a61" providerId="AD" clId="Web-{75871122-C9DD-019A-ADFE-4B4E0EB19A3F}" dt="2023-10-11T09:49:57.783" v="283"/>
        <pc:sldMkLst>
          <pc:docMk/>
          <pc:sldMk cId="636485698" sldId="529"/>
        </pc:sldMkLst>
      </pc:sldChg>
      <pc:sldChg chg="addSp delSp modSp add del mod replId setBg">
        <pc:chgData name="Suraj Chopade" userId="S::suraj.chopade@bostoninstituteofanalytics.org::dcc44ee8-6a65-4538-a5e1-c87e14ca7a61" providerId="AD" clId="Web-{75871122-C9DD-019A-ADFE-4B4E0EB19A3F}" dt="2023-10-11T09:22:57.485" v="92"/>
        <pc:sldMkLst>
          <pc:docMk/>
          <pc:sldMk cId="2721572502" sldId="530"/>
        </pc:sldMkLst>
      </pc:sldChg>
      <pc:sldChg chg="addSp delSp modSp add replId">
        <pc:chgData name="Suraj Chopade" userId="S::suraj.chopade@bostoninstituteofanalytics.org::dcc44ee8-6a65-4538-a5e1-c87e14ca7a61" providerId="AD" clId="Web-{75871122-C9DD-019A-ADFE-4B4E0EB19A3F}" dt="2023-10-11T09:23:32.048" v="125" actId="20577"/>
        <pc:sldMkLst>
          <pc:docMk/>
          <pc:sldMk cId="2985611463" sldId="531"/>
        </pc:sldMkLst>
      </pc:sldChg>
      <pc:sldChg chg="modSp add ord replId">
        <pc:chgData name="Suraj Chopade" userId="S::suraj.chopade@bostoninstituteofanalytics.org::dcc44ee8-6a65-4538-a5e1-c87e14ca7a61" providerId="AD" clId="Web-{75871122-C9DD-019A-ADFE-4B4E0EB19A3F}" dt="2023-10-11T09:31:51.678" v="225" actId="1076"/>
        <pc:sldMkLst>
          <pc:docMk/>
          <pc:sldMk cId="1217846015" sldId="532"/>
        </pc:sldMkLst>
      </pc:sldChg>
      <pc:sldChg chg="add replId">
        <pc:chgData name="Suraj Chopade" userId="S::suraj.chopade@bostoninstituteofanalytics.org::dcc44ee8-6a65-4538-a5e1-c87e14ca7a61" providerId="AD" clId="Web-{75871122-C9DD-019A-ADFE-4B4E0EB19A3F}" dt="2023-10-11T09:31:02.144" v="194"/>
        <pc:sldMkLst>
          <pc:docMk/>
          <pc:sldMk cId="2070822830" sldId="533"/>
        </pc:sldMkLst>
      </pc:sldChg>
      <pc:sldChg chg="addSp delSp modSp add replId">
        <pc:chgData name="Suraj Chopade" userId="S::suraj.chopade@bostoninstituteofanalytics.org::dcc44ee8-6a65-4538-a5e1-c87e14ca7a61" providerId="AD" clId="Web-{75871122-C9DD-019A-ADFE-4B4E0EB19A3F}" dt="2023-10-11T09:32:45.445" v="235" actId="1076"/>
        <pc:sldMkLst>
          <pc:docMk/>
          <pc:sldMk cId="2307283743" sldId="534"/>
        </pc:sldMkLst>
      </pc:sldChg>
      <pc:sldChg chg="addSp delSp modSp add replId">
        <pc:chgData name="Suraj Chopade" userId="S::suraj.chopade@bostoninstituteofanalytics.org::dcc44ee8-6a65-4538-a5e1-c87e14ca7a61" providerId="AD" clId="Web-{75871122-C9DD-019A-ADFE-4B4E0EB19A3F}" dt="2023-10-11T09:35:44.546" v="261" actId="1076"/>
        <pc:sldMkLst>
          <pc:docMk/>
          <pc:sldMk cId="2895538922" sldId="535"/>
        </pc:sldMkLst>
      </pc:sldChg>
      <pc:sldChg chg="add del replId">
        <pc:chgData name="Suraj Chopade" userId="S::suraj.chopade@bostoninstituteofanalytics.org::dcc44ee8-6a65-4538-a5e1-c87e14ca7a61" providerId="AD" clId="Web-{75871122-C9DD-019A-ADFE-4B4E0EB19A3F}" dt="2023-10-11T09:34:30.621" v="239"/>
        <pc:sldMkLst>
          <pc:docMk/>
          <pc:sldMk cId="855134541" sldId="536"/>
        </pc:sldMkLst>
      </pc:sldChg>
      <pc:sldChg chg="delSp add ord replId">
        <pc:chgData name="Suraj Chopade" userId="S::suraj.chopade@bostoninstituteofanalytics.org::dcc44ee8-6a65-4538-a5e1-c87e14ca7a61" providerId="AD" clId="Web-{75871122-C9DD-019A-ADFE-4B4E0EB19A3F}" dt="2023-10-11T09:49:22.657" v="280"/>
        <pc:sldMkLst>
          <pc:docMk/>
          <pc:sldMk cId="2222385847" sldId="536"/>
        </pc:sldMkLst>
      </pc:sldChg>
    </pc:docChg>
  </pc:docChgLst>
  <pc:docChgLst>
    <pc:chgData name="Suraj Chopade" userId="S::suraj.chopade@bostoninstituteofanalytics.org::dcc44ee8-6a65-4538-a5e1-c87e14ca7a61" providerId="AD" clId="Web-{AF2B5A5F-65D2-6392-C48C-B9C1F8BBE302}"/>
    <pc:docChg chg="addSld modSld">
      <pc:chgData name="Suraj Chopade" userId="S::suraj.chopade@bostoninstituteofanalytics.org::dcc44ee8-6a65-4538-a5e1-c87e14ca7a61" providerId="AD" clId="Web-{AF2B5A5F-65D2-6392-C48C-B9C1F8BBE302}" dt="2023-10-11T12:17:44.431" v="88"/>
      <pc:docMkLst>
        <pc:docMk/>
      </pc:docMkLst>
      <pc:sldChg chg="modSp add replId modNotes">
        <pc:chgData name="Suraj Chopade" userId="S::suraj.chopade@bostoninstituteofanalytics.org::dcc44ee8-6a65-4538-a5e1-c87e14ca7a61" providerId="AD" clId="Web-{AF2B5A5F-65D2-6392-C48C-B9C1F8BBE302}" dt="2023-10-11T12:17:15.305" v="86" actId="20577"/>
        <pc:sldMkLst>
          <pc:docMk/>
          <pc:sldMk cId="4106276862" sldId="544"/>
        </pc:sldMkLst>
      </pc:sldChg>
      <pc:sldChg chg="modSp add replId modNotes">
        <pc:chgData name="Suraj Chopade" userId="S::suraj.chopade@bostoninstituteofanalytics.org::dcc44ee8-6a65-4538-a5e1-c87e14ca7a61" providerId="AD" clId="Web-{AF2B5A5F-65D2-6392-C48C-B9C1F8BBE302}" dt="2023-10-11T12:17:44.431" v="88"/>
        <pc:sldMkLst>
          <pc:docMk/>
          <pc:sldMk cId="962054905" sldId="545"/>
        </pc:sldMkLst>
      </pc:sldChg>
    </pc:docChg>
  </pc:docChgLst>
  <pc:docChgLst>
    <pc:chgData name="Suraj Chopade" userId="S::suraj.chopade@bostoninstituteofanalytics.org::dcc44ee8-6a65-4538-a5e1-c87e14ca7a61" providerId="AD" clId="Web-{76BFD89A-ED1D-5ED1-8D3E-5B8CE3909530}"/>
    <pc:docChg chg="addSld delSld modSld sldOrd">
      <pc:chgData name="Suraj Chopade" userId="S::suraj.chopade@bostoninstituteofanalytics.org::dcc44ee8-6a65-4538-a5e1-c87e14ca7a61" providerId="AD" clId="Web-{76BFD89A-ED1D-5ED1-8D3E-5B8CE3909530}" dt="2023-10-10T13:15:22.141" v="167" actId="14100"/>
      <pc:docMkLst>
        <pc:docMk/>
      </pc:docMkLst>
      <pc:sldChg chg="modSp modNotes">
        <pc:chgData name="Suraj Chopade" userId="S::suraj.chopade@bostoninstituteofanalytics.org::dcc44ee8-6a65-4538-a5e1-c87e14ca7a61" providerId="AD" clId="Web-{76BFD89A-ED1D-5ED1-8D3E-5B8CE3909530}" dt="2023-10-10T12:30:18.142" v="34"/>
        <pc:sldMkLst>
          <pc:docMk/>
          <pc:sldMk cId="256933436" sldId="512"/>
        </pc:sldMkLst>
      </pc:sldChg>
      <pc:sldChg chg="addSp modSp add replId modNotes">
        <pc:chgData name="Suraj Chopade" userId="S::suraj.chopade@bostoninstituteofanalytics.org::dcc44ee8-6a65-4538-a5e1-c87e14ca7a61" providerId="AD" clId="Web-{76BFD89A-ED1D-5ED1-8D3E-5B8CE3909530}" dt="2023-10-10T12:34:04.557" v="65" actId="1076"/>
        <pc:sldMkLst>
          <pc:docMk/>
          <pc:sldMk cId="614264639" sldId="513"/>
        </pc:sldMkLst>
      </pc:sldChg>
      <pc:sldChg chg="addSp delSp modSp add replId">
        <pc:chgData name="Suraj Chopade" userId="S::suraj.chopade@bostoninstituteofanalytics.org::dcc44ee8-6a65-4538-a5e1-c87e14ca7a61" providerId="AD" clId="Web-{76BFD89A-ED1D-5ED1-8D3E-5B8CE3909530}" dt="2023-10-10T12:45:34.663" v="90" actId="1076"/>
        <pc:sldMkLst>
          <pc:docMk/>
          <pc:sldMk cId="1087223380" sldId="514"/>
        </pc:sldMkLst>
      </pc:sldChg>
      <pc:sldChg chg="addSp delSp modSp add replId">
        <pc:chgData name="Suraj Chopade" userId="S::suraj.chopade@bostoninstituteofanalytics.org::dcc44ee8-6a65-4538-a5e1-c87e14ca7a61" providerId="AD" clId="Web-{76BFD89A-ED1D-5ED1-8D3E-5B8CE3909530}" dt="2023-10-10T12:46:34.384" v="106" actId="1076"/>
        <pc:sldMkLst>
          <pc:docMk/>
          <pc:sldMk cId="3366673927" sldId="515"/>
        </pc:sldMkLst>
      </pc:sldChg>
      <pc:sldChg chg="modSp add replId modNotes">
        <pc:chgData name="Suraj Chopade" userId="S::suraj.chopade@bostoninstituteofanalytics.org::dcc44ee8-6a65-4538-a5e1-c87e14ca7a61" providerId="AD" clId="Web-{76BFD89A-ED1D-5ED1-8D3E-5B8CE3909530}" dt="2023-10-10T12:59:39.103" v="134"/>
        <pc:sldMkLst>
          <pc:docMk/>
          <pc:sldMk cId="420446522" sldId="516"/>
        </pc:sldMkLst>
      </pc:sldChg>
      <pc:sldChg chg="add replId">
        <pc:chgData name="Suraj Chopade" userId="S::suraj.chopade@bostoninstituteofanalytics.org::dcc44ee8-6a65-4538-a5e1-c87e14ca7a61" providerId="AD" clId="Web-{76BFD89A-ED1D-5ED1-8D3E-5B8CE3909530}" dt="2023-10-10T13:11:35.898" v="135"/>
        <pc:sldMkLst>
          <pc:docMk/>
          <pc:sldMk cId="1216315981" sldId="517"/>
        </pc:sldMkLst>
      </pc:sldChg>
      <pc:sldChg chg="modSp add">
        <pc:chgData name="Suraj Chopade" userId="S::suraj.chopade@bostoninstituteofanalytics.org::dcc44ee8-6a65-4538-a5e1-c87e14ca7a61" providerId="AD" clId="Web-{76BFD89A-ED1D-5ED1-8D3E-5B8CE3909530}" dt="2023-10-10T13:13:23.902" v="137" actId="1076"/>
        <pc:sldMkLst>
          <pc:docMk/>
          <pc:sldMk cId="696253128" sldId="518"/>
        </pc:sldMkLst>
      </pc:sldChg>
      <pc:sldChg chg="add">
        <pc:chgData name="Suraj Chopade" userId="S::suraj.chopade@bostoninstituteofanalytics.org::dcc44ee8-6a65-4538-a5e1-c87e14ca7a61" providerId="AD" clId="Web-{76BFD89A-ED1D-5ED1-8D3E-5B8CE3909530}" dt="2023-10-10T13:13:37.450" v="138"/>
        <pc:sldMkLst>
          <pc:docMk/>
          <pc:sldMk cId="3421483834" sldId="519"/>
        </pc:sldMkLst>
      </pc:sldChg>
      <pc:sldChg chg="add del replId">
        <pc:chgData name="Suraj Chopade" userId="S::suraj.chopade@bostoninstituteofanalytics.org::dcc44ee8-6a65-4538-a5e1-c87e14ca7a61" providerId="AD" clId="Web-{76BFD89A-ED1D-5ED1-8D3E-5B8CE3909530}" dt="2023-10-10T13:14:03.388" v="144"/>
        <pc:sldMkLst>
          <pc:docMk/>
          <pc:sldMk cId="1563970397" sldId="520"/>
        </pc:sldMkLst>
      </pc:sldChg>
      <pc:sldChg chg="add del">
        <pc:chgData name="Suraj Chopade" userId="S::suraj.chopade@bostoninstituteofanalytics.org::dcc44ee8-6a65-4538-a5e1-c87e14ca7a61" providerId="AD" clId="Web-{76BFD89A-ED1D-5ED1-8D3E-5B8CE3909530}" dt="2023-10-10T13:13:56.403" v="141"/>
        <pc:sldMkLst>
          <pc:docMk/>
          <pc:sldMk cId="681420487" sldId="521"/>
        </pc:sldMkLst>
      </pc:sldChg>
      <pc:sldChg chg="addSp delSp modSp add ord">
        <pc:chgData name="Suraj Chopade" userId="S::suraj.chopade@bostoninstituteofanalytics.org::dcc44ee8-6a65-4538-a5e1-c87e14ca7a61" providerId="AD" clId="Web-{76BFD89A-ED1D-5ED1-8D3E-5B8CE3909530}" dt="2023-10-10T13:15:22.141" v="167" actId="14100"/>
        <pc:sldMkLst>
          <pc:docMk/>
          <pc:sldMk cId="3840755790" sldId="521"/>
        </pc:sldMkLst>
      </pc:sldChg>
    </pc:docChg>
  </pc:docChgLst>
  <pc:docChgLst>
    <pc:chgData name="Suraj Chopade" userId="S::suraj.chopade@bostoninstituteofanalytics.org::dcc44ee8-6a65-4538-a5e1-c87e14ca7a61" providerId="AD" clId="Web-{6A013C22-3411-2CB4-64D5-9F83FB4D13A1}"/>
    <pc:docChg chg="delSld modSld">
      <pc:chgData name="Suraj Chopade" userId="S::suraj.chopade@bostoninstituteofanalytics.org::dcc44ee8-6a65-4538-a5e1-c87e14ca7a61" providerId="AD" clId="Web-{6A013C22-3411-2CB4-64D5-9F83FB4D13A1}" dt="2023-10-10T07:04:28.310" v="39" actId="1076"/>
      <pc:docMkLst>
        <pc:docMk/>
      </pc:docMkLst>
      <pc:sldChg chg="modSp">
        <pc:chgData name="Suraj Chopade" userId="S::suraj.chopade@bostoninstituteofanalytics.org::dcc44ee8-6a65-4538-a5e1-c87e14ca7a61" providerId="AD" clId="Web-{6A013C22-3411-2CB4-64D5-9F83FB4D13A1}" dt="2023-10-10T07:03:25.105" v="16" actId="1076"/>
        <pc:sldMkLst>
          <pc:docMk/>
          <pc:sldMk cId="4076578880" sldId="484"/>
        </pc:sldMkLst>
      </pc:sldChg>
      <pc:sldChg chg="modSp">
        <pc:chgData name="Suraj Chopade" userId="S::suraj.chopade@bostoninstituteofanalytics.org::dcc44ee8-6a65-4538-a5e1-c87e14ca7a61" providerId="AD" clId="Web-{6A013C22-3411-2CB4-64D5-9F83FB4D13A1}" dt="2023-10-10T07:04:28.310" v="39" actId="1076"/>
        <pc:sldMkLst>
          <pc:docMk/>
          <pc:sldMk cId="578900116" sldId="499"/>
        </pc:sldMkLst>
      </pc:sldChg>
      <pc:sldChg chg="del">
        <pc:chgData name="Suraj Chopade" userId="S::suraj.chopade@bostoninstituteofanalytics.org::dcc44ee8-6a65-4538-a5e1-c87e14ca7a61" providerId="AD" clId="Web-{6A013C22-3411-2CB4-64D5-9F83FB4D13A1}" dt="2023-10-10T07:04:01.669" v="30"/>
        <pc:sldMkLst>
          <pc:docMk/>
          <pc:sldMk cId="2109058008" sldId="508"/>
        </pc:sldMkLst>
      </pc:sldChg>
      <pc:sldChg chg="del">
        <pc:chgData name="Suraj Chopade" userId="S::suraj.chopade@bostoninstituteofanalytics.org::dcc44ee8-6a65-4538-a5e1-c87e14ca7a61" providerId="AD" clId="Web-{6A013C22-3411-2CB4-64D5-9F83FB4D13A1}" dt="2023-10-10T07:04:01.669" v="29"/>
        <pc:sldMkLst>
          <pc:docMk/>
          <pc:sldMk cId="4073982884" sldId="509"/>
        </pc:sldMkLst>
      </pc:sldChg>
      <pc:sldChg chg="del">
        <pc:chgData name="Suraj Chopade" userId="S::suraj.chopade@bostoninstituteofanalytics.org::dcc44ee8-6a65-4538-a5e1-c87e14ca7a61" providerId="AD" clId="Web-{6A013C22-3411-2CB4-64D5-9F83FB4D13A1}" dt="2023-10-10T07:04:01.669" v="28"/>
        <pc:sldMkLst>
          <pc:docMk/>
          <pc:sldMk cId="3673880535" sldId="510"/>
        </pc:sldMkLst>
      </pc:sldChg>
      <pc:sldChg chg="del">
        <pc:chgData name="Suraj Chopade" userId="S::suraj.chopade@bostoninstituteofanalytics.org::dcc44ee8-6a65-4538-a5e1-c87e14ca7a61" providerId="AD" clId="Web-{6A013C22-3411-2CB4-64D5-9F83FB4D13A1}" dt="2023-10-10T07:04:01.669" v="27"/>
        <pc:sldMkLst>
          <pc:docMk/>
          <pc:sldMk cId="3348851846" sldId="511"/>
        </pc:sldMkLst>
      </pc:sldChg>
      <pc:sldChg chg="del">
        <pc:chgData name="Suraj Chopade" userId="S::suraj.chopade@bostoninstituteofanalytics.org::dcc44ee8-6a65-4538-a5e1-c87e14ca7a61" providerId="AD" clId="Web-{6A013C22-3411-2CB4-64D5-9F83FB4D13A1}" dt="2023-10-10T07:04:01.669" v="26"/>
        <pc:sldMkLst>
          <pc:docMk/>
          <pc:sldMk cId="2783178602" sldId="512"/>
        </pc:sldMkLst>
      </pc:sldChg>
      <pc:sldChg chg="del">
        <pc:chgData name="Suraj Chopade" userId="S::suraj.chopade@bostoninstituteofanalytics.org::dcc44ee8-6a65-4538-a5e1-c87e14ca7a61" providerId="AD" clId="Web-{6A013C22-3411-2CB4-64D5-9F83FB4D13A1}" dt="2023-10-10T07:04:01.669" v="25"/>
        <pc:sldMkLst>
          <pc:docMk/>
          <pc:sldMk cId="1934922367" sldId="513"/>
        </pc:sldMkLst>
      </pc:sldChg>
      <pc:sldChg chg="del">
        <pc:chgData name="Suraj Chopade" userId="S::suraj.chopade@bostoninstituteofanalytics.org::dcc44ee8-6a65-4538-a5e1-c87e14ca7a61" providerId="AD" clId="Web-{6A013C22-3411-2CB4-64D5-9F83FB4D13A1}" dt="2023-10-10T07:04:01.653" v="24"/>
        <pc:sldMkLst>
          <pc:docMk/>
          <pc:sldMk cId="1143699311" sldId="514"/>
        </pc:sldMkLst>
      </pc:sldChg>
      <pc:sldChg chg="del">
        <pc:chgData name="Suraj Chopade" userId="S::suraj.chopade@bostoninstituteofanalytics.org::dcc44ee8-6a65-4538-a5e1-c87e14ca7a61" providerId="AD" clId="Web-{6A013C22-3411-2CB4-64D5-9F83FB4D13A1}" dt="2023-10-10T07:04:01.653" v="23"/>
        <pc:sldMkLst>
          <pc:docMk/>
          <pc:sldMk cId="1515212310" sldId="515"/>
        </pc:sldMkLst>
      </pc:sldChg>
      <pc:sldChg chg="del">
        <pc:chgData name="Suraj Chopade" userId="S::suraj.chopade@bostoninstituteofanalytics.org::dcc44ee8-6a65-4538-a5e1-c87e14ca7a61" providerId="AD" clId="Web-{6A013C22-3411-2CB4-64D5-9F83FB4D13A1}" dt="2023-10-10T07:04:01.653" v="22"/>
        <pc:sldMkLst>
          <pc:docMk/>
          <pc:sldMk cId="3995488828" sldId="516"/>
        </pc:sldMkLst>
      </pc:sldChg>
      <pc:sldChg chg="del">
        <pc:chgData name="Suraj Chopade" userId="S::suraj.chopade@bostoninstituteofanalytics.org::dcc44ee8-6a65-4538-a5e1-c87e14ca7a61" providerId="AD" clId="Web-{6A013C22-3411-2CB4-64D5-9F83FB4D13A1}" dt="2023-10-10T07:04:01.653" v="21"/>
        <pc:sldMkLst>
          <pc:docMk/>
          <pc:sldMk cId="165767550" sldId="518"/>
        </pc:sldMkLst>
      </pc:sldChg>
      <pc:sldChg chg="del">
        <pc:chgData name="Suraj Chopade" userId="S::suraj.chopade@bostoninstituteofanalytics.org::dcc44ee8-6a65-4538-a5e1-c87e14ca7a61" providerId="AD" clId="Web-{6A013C22-3411-2CB4-64D5-9F83FB4D13A1}" dt="2023-10-10T07:04:01.653" v="20"/>
        <pc:sldMkLst>
          <pc:docMk/>
          <pc:sldMk cId="1155787438" sldId="519"/>
        </pc:sldMkLst>
      </pc:sldChg>
      <pc:sldChg chg="del">
        <pc:chgData name="Suraj Chopade" userId="S::suraj.chopade@bostoninstituteofanalytics.org::dcc44ee8-6a65-4538-a5e1-c87e14ca7a61" providerId="AD" clId="Web-{6A013C22-3411-2CB4-64D5-9F83FB4D13A1}" dt="2023-10-10T07:04:01.653" v="19"/>
        <pc:sldMkLst>
          <pc:docMk/>
          <pc:sldMk cId="754042340" sldId="520"/>
        </pc:sldMkLst>
      </pc:sldChg>
      <pc:sldChg chg="del">
        <pc:chgData name="Suraj Chopade" userId="S::suraj.chopade@bostoninstituteofanalytics.org::dcc44ee8-6a65-4538-a5e1-c87e14ca7a61" providerId="AD" clId="Web-{6A013C22-3411-2CB4-64D5-9F83FB4D13A1}" dt="2023-10-10T07:04:01.637" v="18"/>
        <pc:sldMkLst>
          <pc:docMk/>
          <pc:sldMk cId="2101259226" sldId="521"/>
        </pc:sldMkLst>
      </pc:sldChg>
      <pc:sldChg chg="del">
        <pc:chgData name="Suraj Chopade" userId="S::suraj.chopade@bostoninstituteofanalytics.org::dcc44ee8-6a65-4538-a5e1-c87e14ca7a61" providerId="AD" clId="Web-{6A013C22-3411-2CB4-64D5-9F83FB4D13A1}" dt="2023-10-10T07:04:01.637" v="17"/>
        <pc:sldMkLst>
          <pc:docMk/>
          <pc:sldMk cId="1749422253" sldId="522"/>
        </pc:sldMkLst>
      </pc:sldChg>
    </pc:docChg>
  </pc:docChgLst>
  <pc:docChgLst>
    <pc:chgData name="Suraj Chopade" userId="S::suraj.chopade@bostoninstituteofanalytics.org::dcc44ee8-6a65-4538-a5e1-c87e14ca7a61" providerId="AD" clId="Web-{B4495D69-4365-77F7-D1D2-0C8CC5AEAEBB}"/>
    <pc:docChg chg="modSld">
      <pc:chgData name="Suraj Chopade" userId="S::suraj.chopade@bostoninstituteofanalytics.org::dcc44ee8-6a65-4538-a5e1-c87e14ca7a61" providerId="AD" clId="Web-{B4495D69-4365-77F7-D1D2-0C8CC5AEAEBB}" dt="2024-04-26T06:58:13.530" v="3" actId="1076"/>
      <pc:docMkLst>
        <pc:docMk/>
      </pc:docMkLst>
      <pc:sldChg chg="modSp">
        <pc:chgData name="Suraj Chopade" userId="S::suraj.chopade@bostoninstituteofanalytics.org::dcc44ee8-6a65-4538-a5e1-c87e14ca7a61" providerId="AD" clId="Web-{B4495D69-4365-77F7-D1D2-0C8CC5AEAEBB}" dt="2024-04-26T06:57:57.576" v="1" actId="1076"/>
        <pc:sldMkLst>
          <pc:docMk/>
          <pc:sldMk cId="174547270" sldId="547"/>
        </pc:sldMkLst>
      </pc:sldChg>
      <pc:sldChg chg="modSp">
        <pc:chgData name="Suraj Chopade" userId="S::suraj.chopade@bostoninstituteofanalytics.org::dcc44ee8-6a65-4538-a5e1-c87e14ca7a61" providerId="AD" clId="Web-{B4495D69-4365-77F7-D1D2-0C8CC5AEAEBB}" dt="2024-04-26T06:58:13.530" v="3" actId="1076"/>
        <pc:sldMkLst>
          <pc:docMk/>
          <pc:sldMk cId="2458439909" sldId="553"/>
        </pc:sldMkLst>
      </pc:sldChg>
    </pc:docChg>
  </pc:docChgLst>
  <pc:docChgLst>
    <pc:chgData name="Suraj Chopade" userId="S::suraj.chopade@bostoninstituteofanalytics.org::dcc44ee8-6a65-4538-a5e1-c87e14ca7a61" providerId="AD" clId="Web-{99E76ED9-459D-F8D6-E8C2-93E71ECEB899}"/>
    <pc:docChg chg="addSld delSld modSld">
      <pc:chgData name="Suraj Chopade" userId="S::suraj.chopade@bostoninstituteofanalytics.org::dcc44ee8-6a65-4538-a5e1-c87e14ca7a61" providerId="AD" clId="Web-{99E76ED9-459D-F8D6-E8C2-93E71ECEB899}" dt="2023-10-11T06:09:56.302" v="61"/>
      <pc:docMkLst>
        <pc:docMk/>
      </pc:docMkLst>
      <pc:sldChg chg="del">
        <pc:chgData name="Suraj Chopade" userId="S::suraj.chopade@bostoninstituteofanalytics.org::dcc44ee8-6a65-4538-a5e1-c87e14ca7a61" providerId="AD" clId="Web-{99E76ED9-459D-F8D6-E8C2-93E71ECEB899}" dt="2023-10-11T06:09:56.302" v="61"/>
        <pc:sldMkLst>
          <pc:docMk/>
          <pc:sldMk cId="1216315981" sldId="517"/>
        </pc:sldMkLst>
      </pc:sldChg>
      <pc:sldChg chg="addSp modSp">
        <pc:chgData name="Suraj Chopade" userId="S::suraj.chopade@bostoninstituteofanalytics.org::dcc44ee8-6a65-4538-a5e1-c87e14ca7a61" providerId="AD" clId="Web-{99E76ED9-459D-F8D6-E8C2-93E71ECEB899}" dt="2023-10-11T06:08:04.672" v="57"/>
        <pc:sldMkLst>
          <pc:docMk/>
          <pc:sldMk cId="696253128" sldId="518"/>
        </pc:sldMkLst>
      </pc:sldChg>
      <pc:sldChg chg="addSp modSp">
        <pc:chgData name="Suraj Chopade" userId="S::suraj.chopade@bostoninstituteofanalytics.org::dcc44ee8-6a65-4538-a5e1-c87e14ca7a61" providerId="AD" clId="Web-{99E76ED9-459D-F8D6-E8C2-93E71ECEB899}" dt="2023-10-11T06:08:07.125" v="58"/>
        <pc:sldMkLst>
          <pc:docMk/>
          <pc:sldMk cId="3421483834" sldId="519"/>
        </pc:sldMkLst>
      </pc:sldChg>
      <pc:sldChg chg="addSp">
        <pc:chgData name="Suraj Chopade" userId="S::suraj.chopade@bostoninstituteofanalytics.org::dcc44ee8-6a65-4538-a5e1-c87e14ca7a61" providerId="AD" clId="Web-{99E76ED9-459D-F8D6-E8C2-93E71ECEB899}" dt="2023-10-11T06:08:11.110" v="59"/>
        <pc:sldMkLst>
          <pc:docMk/>
          <pc:sldMk cId="3840755790" sldId="521"/>
        </pc:sldMkLst>
      </pc:sldChg>
      <pc:sldChg chg="addSp delSp modSp add replId modNotes">
        <pc:chgData name="Suraj Chopade" userId="S::suraj.chopade@bostoninstituteofanalytics.org::dcc44ee8-6a65-4538-a5e1-c87e14ca7a61" providerId="AD" clId="Web-{99E76ED9-459D-F8D6-E8C2-93E71ECEB899}" dt="2023-10-11T06:08:14.563" v="60"/>
        <pc:sldMkLst>
          <pc:docMk/>
          <pc:sldMk cId="236609953" sldId="522"/>
        </pc:sldMkLst>
      </pc:sldChg>
    </pc:docChg>
  </pc:docChgLst>
  <pc:docChgLst>
    <pc:chgData name="Suraj Chopade" userId="S::suraj.chopade@bostoninstituteofanalytics.org::dcc44ee8-6a65-4538-a5e1-c87e14ca7a61" providerId="AD" clId="Web-{9197C563-33D4-E447-95D1-9F4D76FC88AC}"/>
    <pc:docChg chg="addSld modSld sldOrd">
      <pc:chgData name="Suraj Chopade" userId="S::suraj.chopade@bostoninstituteofanalytics.org::dcc44ee8-6a65-4538-a5e1-c87e14ca7a61" providerId="AD" clId="Web-{9197C563-33D4-E447-95D1-9F4D76FC88AC}" dt="2023-10-11T10:47:35.290" v="254" actId="1076"/>
      <pc:docMkLst>
        <pc:docMk/>
      </pc:docMkLst>
      <pc:sldChg chg="addSp modSp">
        <pc:chgData name="Suraj Chopade" userId="S::suraj.chopade@bostoninstituteofanalytics.org::dcc44ee8-6a65-4538-a5e1-c87e14ca7a61" providerId="AD" clId="Web-{9197C563-33D4-E447-95D1-9F4D76FC88AC}" dt="2023-10-11T10:24:29.532" v="25" actId="1076"/>
        <pc:sldMkLst>
          <pc:docMk/>
          <pc:sldMk cId="2222385847" sldId="536"/>
        </pc:sldMkLst>
      </pc:sldChg>
      <pc:sldChg chg="addSp delSp modSp add replId">
        <pc:chgData name="Suraj Chopade" userId="S::suraj.chopade@bostoninstituteofanalytics.org::dcc44ee8-6a65-4538-a5e1-c87e14ca7a61" providerId="AD" clId="Web-{9197C563-33D4-E447-95D1-9F4D76FC88AC}" dt="2023-10-11T10:29:16.477" v="76" actId="20577"/>
        <pc:sldMkLst>
          <pc:docMk/>
          <pc:sldMk cId="895726528" sldId="537"/>
        </pc:sldMkLst>
      </pc:sldChg>
      <pc:sldChg chg="modSp add replId">
        <pc:chgData name="Suraj Chopade" userId="S::suraj.chopade@bostoninstituteofanalytics.org::dcc44ee8-6a65-4538-a5e1-c87e14ca7a61" providerId="AD" clId="Web-{9197C563-33D4-E447-95D1-9F4D76FC88AC}" dt="2023-10-11T10:29:10.384" v="74" actId="20577"/>
        <pc:sldMkLst>
          <pc:docMk/>
          <pc:sldMk cId="3554889651" sldId="538"/>
        </pc:sldMkLst>
      </pc:sldChg>
      <pc:sldChg chg="addSp delSp modSp add replId">
        <pc:chgData name="Suraj Chopade" userId="S::suraj.chopade@bostoninstituteofanalytics.org::dcc44ee8-6a65-4538-a5e1-c87e14ca7a61" providerId="AD" clId="Web-{9197C563-33D4-E447-95D1-9F4D76FC88AC}" dt="2023-10-11T10:32:01.326" v="106" actId="1076"/>
        <pc:sldMkLst>
          <pc:docMk/>
          <pc:sldMk cId="3053670407" sldId="539"/>
        </pc:sldMkLst>
      </pc:sldChg>
      <pc:sldChg chg="addSp delSp modSp add replId">
        <pc:chgData name="Suraj Chopade" userId="S::suraj.chopade@bostoninstituteofanalytics.org::dcc44ee8-6a65-4538-a5e1-c87e14ca7a61" providerId="AD" clId="Web-{9197C563-33D4-E447-95D1-9F4D76FC88AC}" dt="2023-10-11T10:33:40.126" v="153" actId="20577"/>
        <pc:sldMkLst>
          <pc:docMk/>
          <pc:sldMk cId="356623490" sldId="540"/>
        </pc:sldMkLst>
      </pc:sldChg>
      <pc:sldChg chg="addSp delSp modSp add ord replId">
        <pc:chgData name="Suraj Chopade" userId="S::suraj.chopade@bostoninstituteofanalytics.org::dcc44ee8-6a65-4538-a5e1-c87e14ca7a61" providerId="AD" clId="Web-{9197C563-33D4-E447-95D1-9F4D76FC88AC}" dt="2023-10-11T10:40:25.215" v="181" actId="1076"/>
        <pc:sldMkLst>
          <pc:docMk/>
          <pc:sldMk cId="1405444350" sldId="541"/>
        </pc:sldMkLst>
      </pc:sldChg>
      <pc:sldChg chg="addSp delSp modSp add replId">
        <pc:chgData name="Suraj Chopade" userId="S::suraj.chopade@bostoninstituteofanalytics.org::dcc44ee8-6a65-4538-a5e1-c87e14ca7a61" providerId="AD" clId="Web-{9197C563-33D4-E447-95D1-9F4D76FC88AC}" dt="2023-10-11T10:44:38.222" v="228" actId="1076"/>
        <pc:sldMkLst>
          <pc:docMk/>
          <pc:sldMk cId="2180643076" sldId="542"/>
        </pc:sldMkLst>
      </pc:sldChg>
      <pc:sldChg chg="modSp add replId">
        <pc:chgData name="Suraj Chopade" userId="S::suraj.chopade@bostoninstituteofanalytics.org::dcc44ee8-6a65-4538-a5e1-c87e14ca7a61" providerId="AD" clId="Web-{9197C563-33D4-E447-95D1-9F4D76FC88AC}" dt="2023-10-11T10:47:35.290" v="254" actId="1076"/>
        <pc:sldMkLst>
          <pc:docMk/>
          <pc:sldMk cId="3127561705" sldId="543"/>
        </pc:sldMkLst>
      </pc:sldChg>
    </pc:docChg>
  </pc:docChgLst>
  <pc:docChgLst>
    <pc:chgData name="Suraj Chopade" userId="S::suraj.chopade@bostoninstituteofanalytics.org::dcc44ee8-6a65-4538-a5e1-c87e14ca7a61" providerId="AD" clId="Web-{6C10DBF1-E01B-70F2-C362-AB92AB362718}"/>
    <pc:docChg chg="addSld delSld modSld sldOrd">
      <pc:chgData name="Suraj Chopade" userId="S::suraj.chopade@bostoninstituteofanalytics.org::dcc44ee8-6a65-4538-a5e1-c87e14ca7a61" providerId="AD" clId="Web-{6C10DBF1-E01B-70F2-C362-AB92AB362718}" dt="2023-10-05T12:01:09.013" v="1263" actId="1076"/>
      <pc:docMkLst>
        <pc:docMk/>
      </pc:docMkLst>
      <pc:sldChg chg="modSp">
        <pc:chgData name="Suraj Chopade" userId="S::suraj.chopade@bostoninstituteofanalytics.org::dcc44ee8-6a65-4538-a5e1-c87e14ca7a61" providerId="AD" clId="Web-{6C10DBF1-E01B-70F2-C362-AB92AB362718}" dt="2023-10-05T11:04:50.552" v="424" actId="20577"/>
        <pc:sldMkLst>
          <pc:docMk/>
          <pc:sldMk cId="4235558439" sldId="287"/>
        </pc:sldMkLst>
      </pc:sldChg>
      <pc:sldChg chg="delSp modSp">
        <pc:chgData name="Suraj Chopade" userId="S::suraj.chopade@bostoninstituteofanalytics.org::dcc44ee8-6a65-4538-a5e1-c87e14ca7a61" providerId="AD" clId="Web-{6C10DBF1-E01B-70F2-C362-AB92AB362718}" dt="2023-10-05T10:40:24.376" v="155" actId="14100"/>
        <pc:sldMkLst>
          <pc:docMk/>
          <pc:sldMk cId="1726830" sldId="314"/>
        </pc:sldMkLst>
      </pc:sldChg>
      <pc:sldChg chg="del">
        <pc:chgData name="Suraj Chopade" userId="S::suraj.chopade@bostoninstituteofanalytics.org::dcc44ee8-6a65-4538-a5e1-c87e14ca7a61" providerId="AD" clId="Web-{6C10DBF1-E01B-70F2-C362-AB92AB362718}" dt="2023-10-05T11:53:24.481" v="1125"/>
        <pc:sldMkLst>
          <pc:docMk/>
          <pc:sldMk cId="4253125332" sldId="316"/>
        </pc:sldMkLst>
      </pc:sldChg>
      <pc:sldChg chg="del">
        <pc:chgData name="Suraj Chopade" userId="S::suraj.chopade@bostoninstituteofanalytics.org::dcc44ee8-6a65-4538-a5e1-c87e14ca7a61" providerId="AD" clId="Web-{6C10DBF1-E01B-70F2-C362-AB92AB362718}" dt="2023-10-05T11:53:24.466" v="1124"/>
        <pc:sldMkLst>
          <pc:docMk/>
          <pc:sldMk cId="693713431" sldId="332"/>
        </pc:sldMkLst>
      </pc:sldChg>
      <pc:sldChg chg="del">
        <pc:chgData name="Suraj Chopade" userId="S::suraj.chopade@bostoninstituteofanalytics.org::dcc44ee8-6a65-4538-a5e1-c87e14ca7a61" providerId="AD" clId="Web-{6C10DBF1-E01B-70F2-C362-AB92AB362718}" dt="2023-10-05T11:29:15.650" v="679"/>
        <pc:sldMkLst>
          <pc:docMk/>
          <pc:sldMk cId="4254827648" sldId="333"/>
        </pc:sldMkLst>
      </pc:sldChg>
      <pc:sldChg chg="delSp modSp">
        <pc:chgData name="Suraj Chopade" userId="S::suraj.chopade@bostoninstituteofanalytics.org::dcc44ee8-6a65-4538-a5e1-c87e14ca7a61" providerId="AD" clId="Web-{6C10DBF1-E01B-70F2-C362-AB92AB362718}" dt="2023-10-05T10:43:54.680" v="190" actId="1076"/>
        <pc:sldMkLst>
          <pc:docMk/>
          <pc:sldMk cId="3709622772" sldId="342"/>
        </pc:sldMkLst>
      </pc:sldChg>
      <pc:sldChg chg="addSp delSp modSp">
        <pc:chgData name="Suraj Chopade" userId="S::suraj.chopade@bostoninstituteofanalytics.org::dcc44ee8-6a65-4538-a5e1-c87e14ca7a61" providerId="AD" clId="Web-{6C10DBF1-E01B-70F2-C362-AB92AB362718}" dt="2023-10-05T11:28:47.289" v="669" actId="1076"/>
        <pc:sldMkLst>
          <pc:docMk/>
          <pc:sldMk cId="998055449" sldId="343"/>
        </pc:sldMkLst>
      </pc:sldChg>
      <pc:sldChg chg="del">
        <pc:chgData name="Suraj Chopade" userId="S::suraj.chopade@bostoninstituteofanalytics.org::dcc44ee8-6a65-4538-a5e1-c87e14ca7a61" providerId="AD" clId="Web-{6C10DBF1-E01B-70F2-C362-AB92AB362718}" dt="2023-10-05T11:53:24.497" v="1135"/>
        <pc:sldMkLst>
          <pc:docMk/>
          <pc:sldMk cId="3211538988" sldId="344"/>
        </pc:sldMkLst>
      </pc:sldChg>
      <pc:sldChg chg="del">
        <pc:chgData name="Suraj Chopade" userId="S::suraj.chopade@bostoninstituteofanalytics.org::dcc44ee8-6a65-4538-a5e1-c87e14ca7a61" providerId="AD" clId="Web-{6C10DBF1-E01B-70F2-C362-AB92AB362718}" dt="2023-10-05T11:53:24.497" v="1134"/>
        <pc:sldMkLst>
          <pc:docMk/>
          <pc:sldMk cId="1589054290" sldId="345"/>
        </pc:sldMkLst>
      </pc:sldChg>
      <pc:sldChg chg="del">
        <pc:chgData name="Suraj Chopade" userId="S::suraj.chopade@bostoninstituteofanalytics.org::dcc44ee8-6a65-4538-a5e1-c87e14ca7a61" providerId="AD" clId="Web-{6C10DBF1-E01B-70F2-C362-AB92AB362718}" dt="2023-10-05T11:53:24.497" v="1133"/>
        <pc:sldMkLst>
          <pc:docMk/>
          <pc:sldMk cId="2822367668" sldId="346"/>
        </pc:sldMkLst>
      </pc:sldChg>
      <pc:sldChg chg="del">
        <pc:chgData name="Suraj Chopade" userId="S::suraj.chopade@bostoninstituteofanalytics.org::dcc44ee8-6a65-4538-a5e1-c87e14ca7a61" providerId="AD" clId="Web-{6C10DBF1-E01B-70F2-C362-AB92AB362718}" dt="2023-10-05T11:53:24.481" v="1132"/>
        <pc:sldMkLst>
          <pc:docMk/>
          <pc:sldMk cId="2851047092" sldId="347"/>
        </pc:sldMkLst>
      </pc:sldChg>
      <pc:sldChg chg="del">
        <pc:chgData name="Suraj Chopade" userId="S::suraj.chopade@bostoninstituteofanalytics.org::dcc44ee8-6a65-4538-a5e1-c87e14ca7a61" providerId="AD" clId="Web-{6C10DBF1-E01B-70F2-C362-AB92AB362718}" dt="2023-10-05T11:53:24.481" v="1131"/>
        <pc:sldMkLst>
          <pc:docMk/>
          <pc:sldMk cId="2195828354" sldId="348"/>
        </pc:sldMkLst>
      </pc:sldChg>
      <pc:sldChg chg="del">
        <pc:chgData name="Suraj Chopade" userId="S::suraj.chopade@bostoninstituteofanalytics.org::dcc44ee8-6a65-4538-a5e1-c87e14ca7a61" providerId="AD" clId="Web-{6C10DBF1-E01B-70F2-C362-AB92AB362718}" dt="2023-10-05T11:53:24.481" v="1130"/>
        <pc:sldMkLst>
          <pc:docMk/>
          <pc:sldMk cId="2280237744" sldId="349"/>
        </pc:sldMkLst>
      </pc:sldChg>
      <pc:sldChg chg="del">
        <pc:chgData name="Suraj Chopade" userId="S::suraj.chopade@bostoninstituteofanalytics.org::dcc44ee8-6a65-4538-a5e1-c87e14ca7a61" providerId="AD" clId="Web-{6C10DBF1-E01B-70F2-C362-AB92AB362718}" dt="2023-10-05T11:53:24.481" v="1129"/>
        <pc:sldMkLst>
          <pc:docMk/>
          <pc:sldMk cId="1145284372" sldId="350"/>
        </pc:sldMkLst>
      </pc:sldChg>
      <pc:sldChg chg="del">
        <pc:chgData name="Suraj Chopade" userId="S::suraj.chopade@bostoninstituteofanalytics.org::dcc44ee8-6a65-4538-a5e1-c87e14ca7a61" providerId="AD" clId="Web-{6C10DBF1-E01B-70F2-C362-AB92AB362718}" dt="2023-10-05T11:53:24.481" v="1128"/>
        <pc:sldMkLst>
          <pc:docMk/>
          <pc:sldMk cId="3488034501" sldId="351"/>
        </pc:sldMkLst>
      </pc:sldChg>
      <pc:sldChg chg="del">
        <pc:chgData name="Suraj Chopade" userId="S::suraj.chopade@bostoninstituteofanalytics.org::dcc44ee8-6a65-4538-a5e1-c87e14ca7a61" providerId="AD" clId="Web-{6C10DBF1-E01B-70F2-C362-AB92AB362718}" dt="2023-10-05T11:53:24.481" v="1127"/>
        <pc:sldMkLst>
          <pc:docMk/>
          <pc:sldMk cId="3822785467" sldId="352"/>
        </pc:sldMkLst>
      </pc:sldChg>
      <pc:sldChg chg="del">
        <pc:chgData name="Suraj Chopade" userId="S::suraj.chopade@bostoninstituteofanalytics.org::dcc44ee8-6a65-4538-a5e1-c87e14ca7a61" providerId="AD" clId="Web-{6C10DBF1-E01B-70F2-C362-AB92AB362718}" dt="2023-10-05T11:53:24.481" v="1126"/>
        <pc:sldMkLst>
          <pc:docMk/>
          <pc:sldMk cId="2383408920" sldId="353"/>
        </pc:sldMkLst>
      </pc:sldChg>
      <pc:sldChg chg="del">
        <pc:chgData name="Suraj Chopade" userId="S::suraj.chopade@bostoninstituteofanalytics.org::dcc44ee8-6a65-4538-a5e1-c87e14ca7a61" providerId="AD" clId="Web-{6C10DBF1-E01B-70F2-C362-AB92AB362718}" dt="2023-10-05T11:53:24.466" v="1123"/>
        <pc:sldMkLst>
          <pc:docMk/>
          <pc:sldMk cId="1637956367" sldId="354"/>
        </pc:sldMkLst>
      </pc:sldChg>
      <pc:sldChg chg="del">
        <pc:chgData name="Suraj Chopade" userId="S::suraj.chopade@bostoninstituteofanalytics.org::dcc44ee8-6a65-4538-a5e1-c87e14ca7a61" providerId="AD" clId="Web-{6C10DBF1-E01B-70F2-C362-AB92AB362718}" dt="2023-10-05T11:29:15.650" v="681"/>
        <pc:sldMkLst>
          <pc:docMk/>
          <pc:sldMk cId="543563370" sldId="355"/>
        </pc:sldMkLst>
      </pc:sldChg>
      <pc:sldChg chg="del">
        <pc:chgData name="Suraj Chopade" userId="S::suraj.chopade@bostoninstituteofanalytics.org::dcc44ee8-6a65-4538-a5e1-c87e14ca7a61" providerId="AD" clId="Web-{6C10DBF1-E01B-70F2-C362-AB92AB362718}" dt="2023-10-05T11:29:15.650" v="680"/>
        <pc:sldMkLst>
          <pc:docMk/>
          <pc:sldMk cId="3509703634" sldId="356"/>
        </pc:sldMkLst>
      </pc:sldChg>
      <pc:sldChg chg="del">
        <pc:chgData name="Suraj Chopade" userId="S::suraj.chopade@bostoninstituteofanalytics.org::dcc44ee8-6a65-4538-a5e1-c87e14ca7a61" providerId="AD" clId="Web-{6C10DBF1-E01B-70F2-C362-AB92AB362718}" dt="2023-10-05T11:29:15.650" v="678"/>
        <pc:sldMkLst>
          <pc:docMk/>
          <pc:sldMk cId="3979241048" sldId="357"/>
        </pc:sldMkLst>
      </pc:sldChg>
      <pc:sldChg chg="del">
        <pc:chgData name="Suraj Chopade" userId="S::suraj.chopade@bostoninstituteofanalytics.org::dcc44ee8-6a65-4538-a5e1-c87e14ca7a61" providerId="AD" clId="Web-{6C10DBF1-E01B-70F2-C362-AB92AB362718}" dt="2023-10-05T11:29:15.650" v="677"/>
        <pc:sldMkLst>
          <pc:docMk/>
          <pc:sldMk cId="1574886388" sldId="358"/>
        </pc:sldMkLst>
      </pc:sldChg>
      <pc:sldChg chg="del">
        <pc:chgData name="Suraj Chopade" userId="S::suraj.chopade@bostoninstituteofanalytics.org::dcc44ee8-6a65-4538-a5e1-c87e14ca7a61" providerId="AD" clId="Web-{6C10DBF1-E01B-70F2-C362-AB92AB362718}" dt="2023-10-05T11:29:15.650" v="676"/>
        <pc:sldMkLst>
          <pc:docMk/>
          <pc:sldMk cId="3275230534" sldId="359"/>
        </pc:sldMkLst>
      </pc:sldChg>
      <pc:sldChg chg="del">
        <pc:chgData name="Suraj Chopade" userId="S::suraj.chopade@bostoninstituteofanalytics.org::dcc44ee8-6a65-4538-a5e1-c87e14ca7a61" providerId="AD" clId="Web-{6C10DBF1-E01B-70F2-C362-AB92AB362718}" dt="2023-10-05T11:29:15.650" v="675"/>
        <pc:sldMkLst>
          <pc:docMk/>
          <pc:sldMk cId="3209345293" sldId="360"/>
        </pc:sldMkLst>
      </pc:sldChg>
      <pc:sldChg chg="del">
        <pc:chgData name="Suraj Chopade" userId="S::suraj.chopade@bostoninstituteofanalytics.org::dcc44ee8-6a65-4538-a5e1-c87e14ca7a61" providerId="AD" clId="Web-{6C10DBF1-E01B-70F2-C362-AB92AB362718}" dt="2023-10-05T11:29:15.634" v="674"/>
        <pc:sldMkLst>
          <pc:docMk/>
          <pc:sldMk cId="3052401839" sldId="361"/>
        </pc:sldMkLst>
      </pc:sldChg>
      <pc:sldChg chg="del">
        <pc:chgData name="Suraj Chopade" userId="S::suraj.chopade@bostoninstituteofanalytics.org::dcc44ee8-6a65-4538-a5e1-c87e14ca7a61" providerId="AD" clId="Web-{6C10DBF1-E01B-70F2-C362-AB92AB362718}" dt="2023-10-05T11:29:15.634" v="673"/>
        <pc:sldMkLst>
          <pc:docMk/>
          <pc:sldMk cId="1604005518" sldId="362"/>
        </pc:sldMkLst>
      </pc:sldChg>
      <pc:sldChg chg="del">
        <pc:chgData name="Suraj Chopade" userId="S::suraj.chopade@bostoninstituteofanalytics.org::dcc44ee8-6a65-4538-a5e1-c87e14ca7a61" providerId="AD" clId="Web-{6C10DBF1-E01B-70F2-C362-AB92AB362718}" dt="2023-10-05T11:29:15.634" v="672"/>
        <pc:sldMkLst>
          <pc:docMk/>
          <pc:sldMk cId="246319354" sldId="363"/>
        </pc:sldMkLst>
      </pc:sldChg>
      <pc:sldChg chg="del">
        <pc:chgData name="Suraj Chopade" userId="S::suraj.chopade@bostoninstituteofanalytics.org::dcc44ee8-6a65-4538-a5e1-c87e14ca7a61" providerId="AD" clId="Web-{6C10DBF1-E01B-70F2-C362-AB92AB362718}" dt="2023-10-05T11:29:15.634" v="670"/>
        <pc:sldMkLst>
          <pc:docMk/>
          <pc:sldMk cId="39136322" sldId="364"/>
        </pc:sldMkLst>
      </pc:sldChg>
      <pc:sldChg chg="del">
        <pc:chgData name="Suraj Chopade" userId="S::suraj.chopade@bostoninstituteofanalytics.org::dcc44ee8-6a65-4538-a5e1-c87e14ca7a61" providerId="AD" clId="Web-{6C10DBF1-E01B-70F2-C362-AB92AB362718}" dt="2023-10-05T11:29:15.634" v="671"/>
        <pc:sldMkLst>
          <pc:docMk/>
          <pc:sldMk cId="189908799" sldId="365"/>
        </pc:sldMkLst>
      </pc:sldChg>
      <pc:sldChg chg="add">
        <pc:chgData name="Suraj Chopade" userId="S::suraj.chopade@bostoninstituteofanalytics.org::dcc44ee8-6a65-4538-a5e1-c87e14ca7a61" providerId="AD" clId="Web-{6C10DBF1-E01B-70F2-C362-AB92AB362718}" dt="2023-10-05T10:30:34.293" v="31"/>
        <pc:sldMkLst>
          <pc:docMk/>
          <pc:sldMk cId="3428756411" sldId="366"/>
        </pc:sldMkLst>
      </pc:sldChg>
      <pc:sldChg chg="addSp delSp modSp add">
        <pc:chgData name="Suraj Chopade" userId="S::suraj.chopade@bostoninstituteofanalytics.org::dcc44ee8-6a65-4538-a5e1-c87e14ca7a61" providerId="AD" clId="Web-{6C10DBF1-E01B-70F2-C362-AB92AB362718}" dt="2023-10-05T10:36:20.336" v="120"/>
        <pc:sldMkLst>
          <pc:docMk/>
          <pc:sldMk cId="4006553666" sldId="367"/>
        </pc:sldMkLst>
      </pc:sldChg>
      <pc:sldChg chg="modSp add replId">
        <pc:chgData name="Suraj Chopade" userId="S::suraj.chopade@bostoninstituteofanalytics.org::dcc44ee8-6a65-4538-a5e1-c87e14ca7a61" providerId="AD" clId="Web-{6C10DBF1-E01B-70F2-C362-AB92AB362718}" dt="2023-10-05T10:48:29.158" v="266" actId="20577"/>
        <pc:sldMkLst>
          <pc:docMk/>
          <pc:sldMk cId="689801169" sldId="368"/>
        </pc:sldMkLst>
      </pc:sldChg>
      <pc:sldChg chg="modSp add replId">
        <pc:chgData name="Suraj Chopade" userId="S::suraj.chopade@bostoninstituteofanalytics.org::dcc44ee8-6a65-4538-a5e1-c87e14ca7a61" providerId="AD" clId="Web-{6C10DBF1-E01B-70F2-C362-AB92AB362718}" dt="2023-10-05T10:52:26.995" v="340" actId="20577"/>
        <pc:sldMkLst>
          <pc:docMk/>
          <pc:sldMk cId="3124109817" sldId="369"/>
        </pc:sldMkLst>
      </pc:sldChg>
      <pc:sldChg chg="modSp add replId">
        <pc:chgData name="Suraj Chopade" userId="S::suraj.chopade@bostoninstituteofanalytics.org::dcc44ee8-6a65-4538-a5e1-c87e14ca7a61" providerId="AD" clId="Web-{6C10DBF1-E01B-70F2-C362-AB92AB362718}" dt="2023-10-05T10:59:48.963" v="406" actId="20577"/>
        <pc:sldMkLst>
          <pc:docMk/>
          <pc:sldMk cId="4260842086" sldId="370"/>
        </pc:sldMkLst>
      </pc:sldChg>
      <pc:sldChg chg="modSp add replId">
        <pc:chgData name="Suraj Chopade" userId="S::suraj.chopade@bostoninstituteofanalytics.org::dcc44ee8-6a65-4538-a5e1-c87e14ca7a61" providerId="AD" clId="Web-{6C10DBF1-E01B-70F2-C362-AB92AB362718}" dt="2023-10-05T11:07:41.199" v="464" actId="20577"/>
        <pc:sldMkLst>
          <pc:docMk/>
          <pc:sldMk cId="1367509122" sldId="371"/>
        </pc:sldMkLst>
      </pc:sldChg>
      <pc:sldChg chg="addSp modSp add replId">
        <pc:chgData name="Suraj Chopade" userId="S::suraj.chopade@bostoninstituteofanalytics.org::dcc44ee8-6a65-4538-a5e1-c87e14ca7a61" providerId="AD" clId="Web-{6C10DBF1-E01B-70F2-C362-AB92AB362718}" dt="2023-10-05T11:09:59.781" v="492" actId="1076"/>
        <pc:sldMkLst>
          <pc:docMk/>
          <pc:sldMk cId="1839542696" sldId="372"/>
        </pc:sldMkLst>
      </pc:sldChg>
      <pc:sldChg chg="addSp delSp modSp add replId">
        <pc:chgData name="Suraj Chopade" userId="S::suraj.chopade@bostoninstituteofanalytics.org::dcc44ee8-6a65-4538-a5e1-c87e14ca7a61" providerId="AD" clId="Web-{6C10DBF1-E01B-70F2-C362-AB92AB362718}" dt="2023-10-05T11:19:55.880" v="545" actId="1076"/>
        <pc:sldMkLst>
          <pc:docMk/>
          <pc:sldMk cId="3813123597" sldId="373"/>
        </pc:sldMkLst>
      </pc:sldChg>
      <pc:sldChg chg="addSp delSp modSp add ord replId">
        <pc:chgData name="Suraj Chopade" userId="S::suraj.chopade@bostoninstituteofanalytics.org::dcc44ee8-6a65-4538-a5e1-c87e14ca7a61" providerId="AD" clId="Web-{6C10DBF1-E01B-70F2-C362-AB92AB362718}" dt="2023-10-05T11:23:56.029" v="619" actId="1076"/>
        <pc:sldMkLst>
          <pc:docMk/>
          <pc:sldMk cId="1224501499" sldId="374"/>
        </pc:sldMkLst>
      </pc:sldChg>
      <pc:sldChg chg="modSp add ord replId">
        <pc:chgData name="Suraj Chopade" userId="S::suraj.chopade@bostoninstituteofanalytics.org::dcc44ee8-6a65-4538-a5e1-c87e14ca7a61" providerId="AD" clId="Web-{6C10DBF1-E01B-70F2-C362-AB92AB362718}" dt="2023-10-05T11:33:52.909" v="728"/>
        <pc:sldMkLst>
          <pc:docMk/>
          <pc:sldMk cId="4224219877" sldId="375"/>
        </pc:sldMkLst>
      </pc:sldChg>
      <pc:sldChg chg="addSp modSp add replId">
        <pc:chgData name="Suraj Chopade" userId="S::suraj.chopade@bostoninstituteofanalytics.org::dcc44ee8-6a65-4538-a5e1-c87e14ca7a61" providerId="AD" clId="Web-{6C10DBF1-E01B-70F2-C362-AB92AB362718}" dt="2023-10-05T11:38:14.012" v="874" actId="1076"/>
        <pc:sldMkLst>
          <pc:docMk/>
          <pc:sldMk cId="940285765" sldId="376"/>
        </pc:sldMkLst>
      </pc:sldChg>
      <pc:sldChg chg="addSp delSp modSp add ord replId">
        <pc:chgData name="Suraj Chopade" userId="S::suraj.chopade@bostoninstituteofanalytics.org::dcc44ee8-6a65-4538-a5e1-c87e14ca7a61" providerId="AD" clId="Web-{6C10DBF1-E01B-70F2-C362-AB92AB362718}" dt="2023-10-05T11:48:07.720" v="1049" actId="20577"/>
        <pc:sldMkLst>
          <pc:docMk/>
          <pc:sldMk cId="1101274761" sldId="377"/>
        </pc:sldMkLst>
      </pc:sldChg>
      <pc:sldChg chg="addSp modSp add replId">
        <pc:chgData name="Suraj Chopade" userId="S::suraj.chopade@bostoninstituteofanalytics.org::dcc44ee8-6a65-4538-a5e1-c87e14ca7a61" providerId="AD" clId="Web-{6C10DBF1-E01B-70F2-C362-AB92AB362718}" dt="2023-10-05T11:48:27.549" v="1052" actId="14100"/>
        <pc:sldMkLst>
          <pc:docMk/>
          <pc:sldMk cId="1574334419" sldId="378"/>
        </pc:sldMkLst>
      </pc:sldChg>
      <pc:sldChg chg="add del replId">
        <pc:chgData name="Suraj Chopade" userId="S::suraj.chopade@bostoninstituteofanalytics.org::dcc44ee8-6a65-4538-a5e1-c87e14ca7a61" providerId="AD" clId="Web-{6C10DBF1-E01B-70F2-C362-AB92AB362718}" dt="2023-10-05T11:39:26.640" v="881"/>
        <pc:sldMkLst>
          <pc:docMk/>
          <pc:sldMk cId="2699399544" sldId="378"/>
        </pc:sldMkLst>
      </pc:sldChg>
      <pc:sldChg chg="modSp add replId">
        <pc:chgData name="Suraj Chopade" userId="S::suraj.chopade@bostoninstituteofanalytics.org::dcc44ee8-6a65-4538-a5e1-c87e14ca7a61" providerId="AD" clId="Web-{6C10DBF1-E01B-70F2-C362-AB92AB362718}" dt="2023-10-05T11:52:19.776" v="1122"/>
        <pc:sldMkLst>
          <pc:docMk/>
          <pc:sldMk cId="2074956151" sldId="379"/>
        </pc:sldMkLst>
      </pc:sldChg>
      <pc:sldChg chg="add del replId">
        <pc:chgData name="Suraj Chopade" userId="S::suraj.chopade@bostoninstituteofanalytics.org::dcc44ee8-6a65-4538-a5e1-c87e14ca7a61" providerId="AD" clId="Web-{6C10DBF1-E01B-70F2-C362-AB92AB362718}" dt="2023-10-05T11:44:10.790" v="976"/>
        <pc:sldMkLst>
          <pc:docMk/>
          <pc:sldMk cId="2999154365" sldId="379"/>
        </pc:sldMkLst>
      </pc:sldChg>
      <pc:sldChg chg="modSp add replId">
        <pc:chgData name="Suraj Chopade" userId="S::suraj.chopade@bostoninstituteofanalytics.org::dcc44ee8-6a65-4538-a5e1-c87e14ca7a61" providerId="AD" clId="Web-{6C10DBF1-E01B-70F2-C362-AB92AB362718}" dt="2023-10-05T11:56:25.972" v="1198" actId="1076"/>
        <pc:sldMkLst>
          <pc:docMk/>
          <pc:sldMk cId="2077649857" sldId="380"/>
        </pc:sldMkLst>
      </pc:sldChg>
      <pc:sldChg chg="addSp modSp add replId">
        <pc:chgData name="Suraj Chopade" userId="S::suraj.chopade@bostoninstituteofanalytics.org::dcc44ee8-6a65-4538-a5e1-c87e14ca7a61" providerId="AD" clId="Web-{6C10DBF1-E01B-70F2-C362-AB92AB362718}" dt="2023-10-05T12:01:09.013" v="1263" actId="1076"/>
        <pc:sldMkLst>
          <pc:docMk/>
          <pc:sldMk cId="3225030936" sldId="381"/>
        </pc:sldMkLst>
      </pc:sldChg>
    </pc:docChg>
  </pc:docChgLst>
  <pc:docChgLst>
    <pc:chgData name="Suraj Chopade" userId="S::suraj.chopade@bostoninstituteofanalytics.org::dcc44ee8-6a65-4538-a5e1-c87e14ca7a61" providerId="AD" clId="Web-{07D6206A-01FE-69F2-EC07-98360DEF3651}"/>
    <pc:docChg chg="addSld modSld">
      <pc:chgData name="Suraj Chopade" userId="S::suraj.chopade@bostoninstituteofanalytics.org::dcc44ee8-6a65-4538-a5e1-c87e14ca7a61" providerId="AD" clId="Web-{07D6206A-01FE-69F2-EC07-98360DEF3651}" dt="2023-10-10T10:56:44.873" v="54"/>
      <pc:docMkLst>
        <pc:docMk/>
      </pc:docMkLst>
      <pc:sldChg chg="modNotes">
        <pc:chgData name="Suraj Chopade" userId="S::suraj.chopade@bostoninstituteofanalytics.org::dcc44ee8-6a65-4538-a5e1-c87e14ca7a61" providerId="AD" clId="Web-{07D6206A-01FE-69F2-EC07-98360DEF3651}" dt="2023-10-10T10:55:20.106" v="34"/>
        <pc:sldMkLst>
          <pc:docMk/>
          <pc:sldMk cId="578900116" sldId="499"/>
        </pc:sldMkLst>
      </pc:sldChg>
      <pc:sldChg chg="modNotes">
        <pc:chgData name="Suraj Chopade" userId="S::suraj.chopade@bostoninstituteofanalytics.org::dcc44ee8-6a65-4538-a5e1-c87e14ca7a61" providerId="AD" clId="Web-{07D6206A-01FE-69F2-EC07-98360DEF3651}" dt="2023-10-10T10:55:23.606" v="35"/>
        <pc:sldMkLst>
          <pc:docMk/>
          <pc:sldMk cId="1938717767" sldId="508"/>
        </pc:sldMkLst>
      </pc:sldChg>
      <pc:sldChg chg="modNotes">
        <pc:chgData name="Suraj Chopade" userId="S::suraj.chopade@bostoninstituteofanalytics.org::dcc44ee8-6a65-4538-a5e1-c87e14ca7a61" providerId="AD" clId="Web-{07D6206A-01FE-69F2-EC07-98360DEF3651}" dt="2023-10-10T10:55:26.700" v="36"/>
        <pc:sldMkLst>
          <pc:docMk/>
          <pc:sldMk cId="1504108184" sldId="509"/>
        </pc:sldMkLst>
      </pc:sldChg>
      <pc:sldChg chg="modNotes">
        <pc:chgData name="Suraj Chopade" userId="S::suraj.chopade@bostoninstituteofanalytics.org::dcc44ee8-6a65-4538-a5e1-c87e14ca7a61" providerId="AD" clId="Web-{07D6206A-01FE-69F2-EC07-98360DEF3651}" dt="2023-10-10T10:55:31.137" v="37"/>
        <pc:sldMkLst>
          <pc:docMk/>
          <pc:sldMk cId="2000376747" sldId="510"/>
        </pc:sldMkLst>
      </pc:sldChg>
      <pc:sldChg chg="modNotes">
        <pc:chgData name="Suraj Chopade" userId="S::suraj.chopade@bostoninstituteofanalytics.org::dcc44ee8-6a65-4538-a5e1-c87e14ca7a61" providerId="AD" clId="Web-{07D6206A-01FE-69F2-EC07-98360DEF3651}" dt="2023-10-10T10:55:36.356" v="38"/>
        <pc:sldMkLst>
          <pc:docMk/>
          <pc:sldMk cId="561905179" sldId="511"/>
        </pc:sldMkLst>
      </pc:sldChg>
      <pc:sldChg chg="modNotes">
        <pc:chgData name="Suraj Chopade" userId="S::suraj.chopade@bostoninstituteofanalytics.org::dcc44ee8-6a65-4538-a5e1-c87e14ca7a61" providerId="AD" clId="Web-{07D6206A-01FE-69F2-EC07-98360DEF3651}" dt="2023-10-10T10:55:43.028" v="40"/>
        <pc:sldMkLst>
          <pc:docMk/>
          <pc:sldMk cId="3610067102" sldId="512"/>
        </pc:sldMkLst>
      </pc:sldChg>
      <pc:sldChg chg="modNotes">
        <pc:chgData name="Suraj Chopade" userId="S::suraj.chopade@bostoninstituteofanalytics.org::dcc44ee8-6a65-4538-a5e1-c87e14ca7a61" providerId="AD" clId="Web-{07D6206A-01FE-69F2-EC07-98360DEF3651}" dt="2023-10-10T10:55:46.060" v="41"/>
        <pc:sldMkLst>
          <pc:docMk/>
          <pc:sldMk cId="1329303612" sldId="513"/>
        </pc:sldMkLst>
      </pc:sldChg>
      <pc:sldChg chg="modNotes">
        <pc:chgData name="Suraj Chopade" userId="S::suraj.chopade@bostoninstituteofanalytics.org::dcc44ee8-6a65-4538-a5e1-c87e14ca7a61" providerId="AD" clId="Web-{07D6206A-01FE-69F2-EC07-98360DEF3651}" dt="2023-10-10T10:55:53.607" v="42"/>
        <pc:sldMkLst>
          <pc:docMk/>
          <pc:sldMk cId="3597375417" sldId="514"/>
        </pc:sldMkLst>
      </pc:sldChg>
      <pc:sldChg chg="modNotes">
        <pc:chgData name="Suraj Chopade" userId="S::suraj.chopade@bostoninstituteofanalytics.org::dcc44ee8-6a65-4538-a5e1-c87e14ca7a61" providerId="AD" clId="Web-{07D6206A-01FE-69F2-EC07-98360DEF3651}" dt="2023-10-10T10:55:55.950" v="43"/>
        <pc:sldMkLst>
          <pc:docMk/>
          <pc:sldMk cId="2209605686" sldId="515"/>
        </pc:sldMkLst>
      </pc:sldChg>
      <pc:sldChg chg="modNotes">
        <pc:chgData name="Suraj Chopade" userId="S::suraj.chopade@bostoninstituteofanalytics.org::dcc44ee8-6a65-4538-a5e1-c87e14ca7a61" providerId="AD" clId="Web-{07D6206A-01FE-69F2-EC07-98360DEF3651}" dt="2023-10-10T10:55:58.560" v="44"/>
        <pc:sldMkLst>
          <pc:docMk/>
          <pc:sldMk cId="1659917688" sldId="516"/>
        </pc:sldMkLst>
      </pc:sldChg>
      <pc:sldChg chg="modNotes">
        <pc:chgData name="Suraj Chopade" userId="S::suraj.chopade@bostoninstituteofanalytics.org::dcc44ee8-6a65-4538-a5e1-c87e14ca7a61" providerId="AD" clId="Web-{07D6206A-01FE-69F2-EC07-98360DEF3651}" dt="2023-10-10T10:56:02.345" v="45"/>
        <pc:sldMkLst>
          <pc:docMk/>
          <pc:sldMk cId="684558872" sldId="517"/>
        </pc:sldMkLst>
      </pc:sldChg>
      <pc:sldChg chg="modNotes">
        <pc:chgData name="Suraj Chopade" userId="S::suraj.chopade@bostoninstituteofanalytics.org::dcc44ee8-6a65-4538-a5e1-c87e14ca7a61" providerId="AD" clId="Web-{07D6206A-01FE-69F2-EC07-98360DEF3651}" dt="2023-10-10T10:56:04.685" v="46"/>
        <pc:sldMkLst>
          <pc:docMk/>
          <pc:sldMk cId="4208619478" sldId="518"/>
        </pc:sldMkLst>
      </pc:sldChg>
      <pc:sldChg chg="modNotes">
        <pc:chgData name="Suraj Chopade" userId="S::suraj.chopade@bostoninstituteofanalytics.org::dcc44ee8-6a65-4538-a5e1-c87e14ca7a61" providerId="AD" clId="Web-{07D6206A-01FE-69F2-EC07-98360DEF3651}" dt="2023-10-10T10:56:08.826" v="47"/>
        <pc:sldMkLst>
          <pc:docMk/>
          <pc:sldMk cId="968449266" sldId="519"/>
        </pc:sldMkLst>
      </pc:sldChg>
      <pc:sldChg chg="modNotes">
        <pc:chgData name="Suraj Chopade" userId="S::suraj.chopade@bostoninstituteofanalytics.org::dcc44ee8-6a65-4538-a5e1-c87e14ca7a61" providerId="AD" clId="Web-{07D6206A-01FE-69F2-EC07-98360DEF3651}" dt="2023-10-10T10:56:13.982" v="48"/>
        <pc:sldMkLst>
          <pc:docMk/>
          <pc:sldMk cId="3670373843" sldId="520"/>
        </pc:sldMkLst>
      </pc:sldChg>
      <pc:sldChg chg="modNotes">
        <pc:chgData name="Suraj Chopade" userId="S::suraj.chopade@bostoninstituteofanalytics.org::dcc44ee8-6a65-4538-a5e1-c87e14ca7a61" providerId="AD" clId="Web-{07D6206A-01FE-69F2-EC07-98360DEF3651}" dt="2023-10-10T10:56:18.748" v="49"/>
        <pc:sldMkLst>
          <pc:docMk/>
          <pc:sldMk cId="2931997580" sldId="521"/>
        </pc:sldMkLst>
      </pc:sldChg>
      <pc:sldChg chg="addSp delSp modSp add replId modNotes">
        <pc:chgData name="Suraj Chopade" userId="S::suraj.chopade@bostoninstituteofanalytics.org::dcc44ee8-6a65-4538-a5e1-c87e14ca7a61" providerId="AD" clId="Web-{07D6206A-01FE-69F2-EC07-98360DEF3651}" dt="2023-10-10T10:56:44.873" v="54"/>
        <pc:sldMkLst>
          <pc:docMk/>
          <pc:sldMk cId="344914880" sldId="522"/>
        </pc:sldMkLst>
      </pc:sldChg>
    </pc:docChg>
  </pc:docChgLst>
  <pc:docChgLst>
    <pc:chgData name="Suraj Chopade" userId="S::suraj.chopade@bostoninstituteofanalytics.org::dcc44ee8-6a65-4538-a5e1-c87e14ca7a61" providerId="AD" clId="Web-{F40DA15E-598D-BB49-473A-9EE42B5E0076}"/>
    <pc:docChg chg="addSld delSld modSld sldOrd">
      <pc:chgData name="Suraj Chopade" userId="S::suraj.chopade@bostoninstituteofanalytics.org::dcc44ee8-6a65-4538-a5e1-c87e14ca7a61" providerId="AD" clId="Web-{F40DA15E-598D-BB49-473A-9EE42B5E0076}" dt="2023-10-10T12:06:04.057" v="181"/>
      <pc:docMkLst>
        <pc:docMk/>
      </pc:docMkLst>
      <pc:sldChg chg="modSp">
        <pc:chgData name="Suraj Chopade" userId="S::suraj.chopade@bostoninstituteofanalytics.org::dcc44ee8-6a65-4538-a5e1-c87e14ca7a61" providerId="AD" clId="Web-{F40DA15E-598D-BB49-473A-9EE42B5E0076}" dt="2023-10-10T11:50:49.902" v="63" actId="20577"/>
        <pc:sldMkLst>
          <pc:docMk/>
          <pc:sldMk cId="578900116" sldId="499"/>
        </pc:sldMkLst>
      </pc:sldChg>
      <pc:sldChg chg="addSp delSp modSp del">
        <pc:chgData name="Suraj Chopade" userId="S::suraj.chopade@bostoninstituteofanalytics.org::dcc44ee8-6a65-4538-a5e1-c87e14ca7a61" providerId="AD" clId="Web-{F40DA15E-598D-BB49-473A-9EE42B5E0076}" dt="2023-10-10T11:51:00.043" v="65"/>
        <pc:sldMkLst>
          <pc:docMk/>
          <pc:sldMk cId="1938717767" sldId="508"/>
        </pc:sldMkLst>
      </pc:sldChg>
      <pc:sldChg chg="addSp del">
        <pc:chgData name="Suraj Chopade" userId="S::suraj.chopade@bostoninstituteofanalytics.org::dcc44ee8-6a65-4538-a5e1-c87e14ca7a61" providerId="AD" clId="Web-{F40DA15E-598D-BB49-473A-9EE42B5E0076}" dt="2023-10-10T11:00:26.928" v="18"/>
        <pc:sldMkLst>
          <pc:docMk/>
          <pc:sldMk cId="1504108184" sldId="509"/>
        </pc:sldMkLst>
      </pc:sldChg>
      <pc:sldChg chg="modSp add replId">
        <pc:chgData name="Suraj Chopade" userId="S::suraj.chopade@bostoninstituteofanalytics.org::dcc44ee8-6a65-4538-a5e1-c87e14ca7a61" providerId="AD" clId="Web-{F40DA15E-598D-BB49-473A-9EE42B5E0076}" dt="2023-10-10T11:59:00.660" v="136" actId="20577"/>
        <pc:sldMkLst>
          <pc:docMk/>
          <pc:sldMk cId="3708449144" sldId="509"/>
        </pc:sldMkLst>
      </pc:sldChg>
      <pc:sldChg chg="del ord">
        <pc:chgData name="Suraj Chopade" userId="S::suraj.chopade@bostoninstituteofanalytics.org::dcc44ee8-6a65-4538-a5e1-c87e14ca7a61" providerId="AD" clId="Web-{F40DA15E-598D-BB49-473A-9EE42B5E0076}" dt="2023-10-10T11:00:19.975" v="5"/>
        <pc:sldMkLst>
          <pc:docMk/>
          <pc:sldMk cId="2000376747" sldId="510"/>
        </pc:sldMkLst>
      </pc:sldChg>
      <pc:sldChg chg="new del">
        <pc:chgData name="Suraj Chopade" userId="S::suraj.chopade@bostoninstituteofanalytics.org::dcc44ee8-6a65-4538-a5e1-c87e14ca7a61" providerId="AD" clId="Web-{F40DA15E-598D-BB49-473A-9EE42B5E0076}" dt="2023-10-10T11:51:52.919" v="67"/>
        <pc:sldMkLst>
          <pc:docMk/>
          <pc:sldMk cId="2794823760" sldId="510"/>
        </pc:sldMkLst>
      </pc:sldChg>
      <pc:sldChg chg="modSp add replId">
        <pc:chgData name="Suraj Chopade" userId="S::suraj.chopade@bostoninstituteofanalytics.org::dcc44ee8-6a65-4538-a5e1-c87e14ca7a61" providerId="AD" clId="Web-{F40DA15E-598D-BB49-473A-9EE42B5E0076}" dt="2023-10-10T12:03:37.445" v="162" actId="20577"/>
        <pc:sldMkLst>
          <pc:docMk/>
          <pc:sldMk cId="3495677414" sldId="510"/>
        </pc:sldMkLst>
      </pc:sldChg>
      <pc:sldChg chg="del">
        <pc:chgData name="Suraj Chopade" userId="S::suraj.chopade@bostoninstituteofanalytics.org::dcc44ee8-6a65-4538-a5e1-c87e14ca7a61" providerId="AD" clId="Web-{F40DA15E-598D-BB49-473A-9EE42B5E0076}" dt="2023-10-10T11:00:26.912" v="17"/>
        <pc:sldMkLst>
          <pc:docMk/>
          <pc:sldMk cId="561905179" sldId="511"/>
        </pc:sldMkLst>
      </pc:sldChg>
      <pc:sldChg chg="addSp delSp modSp add replId">
        <pc:chgData name="Suraj Chopade" userId="S::suraj.chopade@bostoninstituteofanalytics.org::dcc44ee8-6a65-4538-a5e1-c87e14ca7a61" providerId="AD" clId="Web-{F40DA15E-598D-BB49-473A-9EE42B5E0076}" dt="2023-10-10T12:05:40.385" v="179" actId="1076"/>
        <pc:sldMkLst>
          <pc:docMk/>
          <pc:sldMk cId="2861758974" sldId="511"/>
        </pc:sldMkLst>
      </pc:sldChg>
      <pc:sldChg chg="add ord replId">
        <pc:chgData name="Suraj Chopade" userId="S::suraj.chopade@bostoninstituteofanalytics.org::dcc44ee8-6a65-4538-a5e1-c87e14ca7a61" providerId="AD" clId="Web-{F40DA15E-598D-BB49-473A-9EE42B5E0076}" dt="2023-10-10T12:06:04.057" v="181"/>
        <pc:sldMkLst>
          <pc:docMk/>
          <pc:sldMk cId="256933436" sldId="512"/>
        </pc:sldMkLst>
      </pc:sldChg>
      <pc:sldChg chg="add del replId">
        <pc:chgData name="Suraj Chopade" userId="S::suraj.chopade@bostoninstituteofanalytics.org::dcc44ee8-6a65-4538-a5e1-c87e14ca7a61" providerId="AD" clId="Web-{F40DA15E-598D-BB49-473A-9EE42B5E0076}" dt="2023-10-10T12:04:14.477" v="166"/>
        <pc:sldMkLst>
          <pc:docMk/>
          <pc:sldMk cId="1708149265" sldId="512"/>
        </pc:sldMkLst>
      </pc:sldChg>
      <pc:sldChg chg="del">
        <pc:chgData name="Suraj Chopade" userId="S::suraj.chopade@bostoninstituteofanalytics.org::dcc44ee8-6a65-4538-a5e1-c87e14ca7a61" providerId="AD" clId="Web-{F40DA15E-598D-BB49-473A-9EE42B5E0076}" dt="2023-10-10T11:00:26.912" v="16"/>
        <pc:sldMkLst>
          <pc:docMk/>
          <pc:sldMk cId="3610067102" sldId="512"/>
        </pc:sldMkLst>
      </pc:sldChg>
      <pc:sldChg chg="del">
        <pc:chgData name="Suraj Chopade" userId="S::suraj.chopade@bostoninstituteofanalytics.org::dcc44ee8-6a65-4538-a5e1-c87e14ca7a61" providerId="AD" clId="Web-{F40DA15E-598D-BB49-473A-9EE42B5E0076}" dt="2023-10-10T11:00:26.912" v="15"/>
        <pc:sldMkLst>
          <pc:docMk/>
          <pc:sldMk cId="1329303612" sldId="513"/>
        </pc:sldMkLst>
      </pc:sldChg>
      <pc:sldChg chg="del">
        <pc:chgData name="Suraj Chopade" userId="S::suraj.chopade@bostoninstituteofanalytics.org::dcc44ee8-6a65-4538-a5e1-c87e14ca7a61" providerId="AD" clId="Web-{F40DA15E-598D-BB49-473A-9EE42B5E0076}" dt="2023-10-10T11:00:26.912" v="14"/>
        <pc:sldMkLst>
          <pc:docMk/>
          <pc:sldMk cId="3597375417" sldId="514"/>
        </pc:sldMkLst>
      </pc:sldChg>
      <pc:sldChg chg="del">
        <pc:chgData name="Suraj Chopade" userId="S::suraj.chopade@bostoninstituteofanalytics.org::dcc44ee8-6a65-4538-a5e1-c87e14ca7a61" providerId="AD" clId="Web-{F40DA15E-598D-BB49-473A-9EE42B5E0076}" dt="2023-10-10T11:00:26.912" v="13"/>
        <pc:sldMkLst>
          <pc:docMk/>
          <pc:sldMk cId="2209605686" sldId="515"/>
        </pc:sldMkLst>
      </pc:sldChg>
      <pc:sldChg chg="del">
        <pc:chgData name="Suraj Chopade" userId="S::suraj.chopade@bostoninstituteofanalytics.org::dcc44ee8-6a65-4538-a5e1-c87e14ca7a61" providerId="AD" clId="Web-{F40DA15E-598D-BB49-473A-9EE42B5E0076}" dt="2023-10-10T11:00:26.912" v="12"/>
        <pc:sldMkLst>
          <pc:docMk/>
          <pc:sldMk cId="1659917688" sldId="516"/>
        </pc:sldMkLst>
      </pc:sldChg>
      <pc:sldChg chg="del">
        <pc:chgData name="Suraj Chopade" userId="S::suraj.chopade@bostoninstituteofanalytics.org::dcc44ee8-6a65-4538-a5e1-c87e14ca7a61" providerId="AD" clId="Web-{F40DA15E-598D-BB49-473A-9EE42B5E0076}" dt="2023-10-10T11:00:26.912" v="11"/>
        <pc:sldMkLst>
          <pc:docMk/>
          <pc:sldMk cId="684558872" sldId="517"/>
        </pc:sldMkLst>
      </pc:sldChg>
      <pc:sldChg chg="del">
        <pc:chgData name="Suraj Chopade" userId="S::suraj.chopade@bostoninstituteofanalytics.org::dcc44ee8-6a65-4538-a5e1-c87e14ca7a61" providerId="AD" clId="Web-{F40DA15E-598D-BB49-473A-9EE42B5E0076}" dt="2023-10-10T11:00:26.912" v="10"/>
        <pc:sldMkLst>
          <pc:docMk/>
          <pc:sldMk cId="4208619478" sldId="518"/>
        </pc:sldMkLst>
      </pc:sldChg>
      <pc:sldChg chg="del">
        <pc:chgData name="Suraj Chopade" userId="S::suraj.chopade@bostoninstituteofanalytics.org::dcc44ee8-6a65-4538-a5e1-c87e14ca7a61" providerId="AD" clId="Web-{F40DA15E-598D-BB49-473A-9EE42B5E0076}" dt="2023-10-10T11:00:26.912" v="9"/>
        <pc:sldMkLst>
          <pc:docMk/>
          <pc:sldMk cId="968449266" sldId="519"/>
        </pc:sldMkLst>
      </pc:sldChg>
      <pc:sldChg chg="del">
        <pc:chgData name="Suraj Chopade" userId="S::suraj.chopade@bostoninstituteofanalytics.org::dcc44ee8-6a65-4538-a5e1-c87e14ca7a61" providerId="AD" clId="Web-{F40DA15E-598D-BB49-473A-9EE42B5E0076}" dt="2023-10-10T11:00:26.912" v="8"/>
        <pc:sldMkLst>
          <pc:docMk/>
          <pc:sldMk cId="3670373843" sldId="520"/>
        </pc:sldMkLst>
      </pc:sldChg>
      <pc:sldChg chg="del">
        <pc:chgData name="Suraj Chopade" userId="S::suraj.chopade@bostoninstituteofanalytics.org::dcc44ee8-6a65-4538-a5e1-c87e14ca7a61" providerId="AD" clId="Web-{F40DA15E-598D-BB49-473A-9EE42B5E0076}" dt="2023-10-10T11:00:26.896" v="7"/>
        <pc:sldMkLst>
          <pc:docMk/>
          <pc:sldMk cId="2931997580" sldId="521"/>
        </pc:sldMkLst>
      </pc:sldChg>
      <pc:sldChg chg="del">
        <pc:chgData name="Suraj Chopade" userId="S::suraj.chopade@bostoninstituteofanalytics.org::dcc44ee8-6a65-4538-a5e1-c87e14ca7a61" providerId="AD" clId="Web-{F40DA15E-598D-BB49-473A-9EE42B5E0076}" dt="2023-10-10T11:00:26.896" v="6"/>
        <pc:sldMkLst>
          <pc:docMk/>
          <pc:sldMk cId="344914880" sldId="522"/>
        </pc:sldMkLst>
      </pc:sldChg>
    </pc:docChg>
  </pc:docChgLst>
  <pc:docChgLst>
    <pc:chgData name="Suraj Chopade" userId="S::suraj.chopade@bostoninstituteofanalytics.org::dcc44ee8-6a65-4538-a5e1-c87e14ca7a61" providerId="AD" clId="Web-{65AAD561-CDAA-5BAC-CA6E-ACD9F36B29A7}"/>
    <pc:docChg chg="addSld delSld modSld">
      <pc:chgData name="Suraj Chopade" userId="S::suraj.chopade@bostoninstituteofanalytics.org::dcc44ee8-6a65-4538-a5e1-c87e14ca7a61" providerId="AD" clId="Web-{65AAD561-CDAA-5BAC-CA6E-ACD9F36B29A7}" dt="2023-10-05T13:57:47.433" v="121"/>
      <pc:docMkLst>
        <pc:docMk/>
      </pc:docMkLst>
      <pc:sldChg chg="del">
        <pc:chgData name="Suraj Chopade" userId="S::suraj.chopade@bostoninstituteofanalytics.org::dcc44ee8-6a65-4538-a5e1-c87e14ca7a61" providerId="AD" clId="Web-{65AAD561-CDAA-5BAC-CA6E-ACD9F36B29A7}" dt="2023-10-05T13:57:47.433" v="121"/>
        <pc:sldMkLst>
          <pc:docMk/>
          <pc:sldMk cId="3709622772" sldId="342"/>
        </pc:sldMkLst>
      </pc:sldChg>
      <pc:sldChg chg="del">
        <pc:chgData name="Suraj Chopade" userId="S::suraj.chopade@bostoninstituteofanalytics.org::dcc44ee8-6a65-4538-a5e1-c87e14ca7a61" providerId="AD" clId="Web-{65AAD561-CDAA-5BAC-CA6E-ACD9F36B29A7}" dt="2023-10-05T13:57:47.433" v="120"/>
        <pc:sldMkLst>
          <pc:docMk/>
          <pc:sldMk cId="689801169" sldId="368"/>
        </pc:sldMkLst>
      </pc:sldChg>
      <pc:sldChg chg="del">
        <pc:chgData name="Suraj Chopade" userId="S::suraj.chopade@bostoninstituteofanalytics.org::dcc44ee8-6a65-4538-a5e1-c87e14ca7a61" providerId="AD" clId="Web-{65AAD561-CDAA-5BAC-CA6E-ACD9F36B29A7}" dt="2023-10-05T13:57:47.433" v="116"/>
        <pc:sldMkLst>
          <pc:docMk/>
          <pc:sldMk cId="3124109817" sldId="369"/>
        </pc:sldMkLst>
      </pc:sldChg>
      <pc:sldChg chg="del">
        <pc:chgData name="Suraj Chopade" userId="S::suraj.chopade@bostoninstituteofanalytics.org::dcc44ee8-6a65-4538-a5e1-c87e14ca7a61" providerId="AD" clId="Web-{65AAD561-CDAA-5BAC-CA6E-ACD9F36B29A7}" dt="2023-10-05T13:57:47.433" v="119"/>
        <pc:sldMkLst>
          <pc:docMk/>
          <pc:sldMk cId="1103663131" sldId="382"/>
        </pc:sldMkLst>
      </pc:sldChg>
      <pc:sldChg chg="del">
        <pc:chgData name="Suraj Chopade" userId="S::suraj.chopade@bostoninstituteofanalytics.org::dcc44ee8-6a65-4538-a5e1-c87e14ca7a61" providerId="AD" clId="Web-{65AAD561-CDAA-5BAC-CA6E-ACD9F36B29A7}" dt="2023-10-05T13:57:47.433" v="118"/>
        <pc:sldMkLst>
          <pc:docMk/>
          <pc:sldMk cId="2799059165" sldId="383"/>
        </pc:sldMkLst>
      </pc:sldChg>
      <pc:sldChg chg="del">
        <pc:chgData name="Suraj Chopade" userId="S::suraj.chopade@bostoninstituteofanalytics.org::dcc44ee8-6a65-4538-a5e1-c87e14ca7a61" providerId="AD" clId="Web-{65AAD561-CDAA-5BAC-CA6E-ACD9F36B29A7}" dt="2023-10-05T13:57:47.433" v="117"/>
        <pc:sldMkLst>
          <pc:docMk/>
          <pc:sldMk cId="165832031" sldId="384"/>
        </pc:sldMkLst>
      </pc:sldChg>
      <pc:sldChg chg="del">
        <pc:chgData name="Suraj Chopade" userId="S::suraj.chopade@bostoninstituteofanalytics.org::dcc44ee8-6a65-4538-a5e1-c87e14ca7a61" providerId="AD" clId="Web-{65AAD561-CDAA-5BAC-CA6E-ACD9F36B29A7}" dt="2023-10-05T13:57:47.433" v="115"/>
        <pc:sldMkLst>
          <pc:docMk/>
          <pc:sldMk cId="222107579" sldId="385"/>
        </pc:sldMkLst>
      </pc:sldChg>
      <pc:sldChg chg="del">
        <pc:chgData name="Suraj Chopade" userId="S::suraj.chopade@bostoninstituteofanalytics.org::dcc44ee8-6a65-4538-a5e1-c87e14ca7a61" providerId="AD" clId="Web-{65AAD561-CDAA-5BAC-CA6E-ACD9F36B29A7}" dt="2023-10-05T13:57:47.433" v="114"/>
        <pc:sldMkLst>
          <pc:docMk/>
          <pc:sldMk cId="2952883151" sldId="386"/>
        </pc:sldMkLst>
      </pc:sldChg>
      <pc:sldChg chg="del">
        <pc:chgData name="Suraj Chopade" userId="S::suraj.chopade@bostoninstituteofanalytics.org::dcc44ee8-6a65-4538-a5e1-c87e14ca7a61" providerId="AD" clId="Web-{65AAD561-CDAA-5BAC-CA6E-ACD9F36B29A7}" dt="2023-10-05T13:57:47.433" v="113"/>
        <pc:sldMkLst>
          <pc:docMk/>
          <pc:sldMk cId="2701252450" sldId="387"/>
        </pc:sldMkLst>
      </pc:sldChg>
      <pc:sldChg chg="del">
        <pc:chgData name="Suraj Chopade" userId="S::suraj.chopade@bostoninstituteofanalytics.org::dcc44ee8-6a65-4538-a5e1-c87e14ca7a61" providerId="AD" clId="Web-{65AAD561-CDAA-5BAC-CA6E-ACD9F36B29A7}" dt="2023-10-05T13:57:47.433" v="112"/>
        <pc:sldMkLst>
          <pc:docMk/>
          <pc:sldMk cId="3405936032" sldId="388"/>
        </pc:sldMkLst>
      </pc:sldChg>
      <pc:sldChg chg="del">
        <pc:chgData name="Suraj Chopade" userId="S::suraj.chopade@bostoninstituteofanalytics.org::dcc44ee8-6a65-4538-a5e1-c87e14ca7a61" providerId="AD" clId="Web-{65AAD561-CDAA-5BAC-CA6E-ACD9F36B29A7}" dt="2023-10-05T13:57:47.433" v="111"/>
        <pc:sldMkLst>
          <pc:docMk/>
          <pc:sldMk cId="747390422" sldId="389"/>
        </pc:sldMkLst>
      </pc:sldChg>
      <pc:sldChg chg="del">
        <pc:chgData name="Suraj Chopade" userId="S::suraj.chopade@bostoninstituteofanalytics.org::dcc44ee8-6a65-4538-a5e1-c87e14ca7a61" providerId="AD" clId="Web-{65AAD561-CDAA-5BAC-CA6E-ACD9F36B29A7}" dt="2023-10-05T13:57:47.433" v="110"/>
        <pc:sldMkLst>
          <pc:docMk/>
          <pc:sldMk cId="173516813" sldId="390"/>
        </pc:sldMkLst>
      </pc:sldChg>
      <pc:sldChg chg="del">
        <pc:chgData name="Suraj Chopade" userId="S::suraj.chopade@bostoninstituteofanalytics.org::dcc44ee8-6a65-4538-a5e1-c87e14ca7a61" providerId="AD" clId="Web-{65AAD561-CDAA-5BAC-CA6E-ACD9F36B29A7}" dt="2023-10-05T13:57:47.433" v="109"/>
        <pc:sldMkLst>
          <pc:docMk/>
          <pc:sldMk cId="4231229480" sldId="391"/>
        </pc:sldMkLst>
      </pc:sldChg>
      <pc:sldChg chg="del">
        <pc:chgData name="Suraj Chopade" userId="S::suraj.chopade@bostoninstituteofanalytics.org::dcc44ee8-6a65-4538-a5e1-c87e14ca7a61" providerId="AD" clId="Web-{65AAD561-CDAA-5BAC-CA6E-ACD9F36B29A7}" dt="2023-10-05T13:57:47.417" v="108"/>
        <pc:sldMkLst>
          <pc:docMk/>
          <pc:sldMk cId="3596187884" sldId="392"/>
        </pc:sldMkLst>
      </pc:sldChg>
      <pc:sldChg chg="del">
        <pc:chgData name="Suraj Chopade" userId="S::suraj.chopade@bostoninstituteofanalytics.org::dcc44ee8-6a65-4538-a5e1-c87e14ca7a61" providerId="AD" clId="Web-{65AAD561-CDAA-5BAC-CA6E-ACD9F36B29A7}" dt="2023-10-05T13:57:47.417" v="107"/>
        <pc:sldMkLst>
          <pc:docMk/>
          <pc:sldMk cId="898489146" sldId="393"/>
        </pc:sldMkLst>
      </pc:sldChg>
      <pc:sldChg chg="del">
        <pc:chgData name="Suraj Chopade" userId="S::suraj.chopade@bostoninstituteofanalytics.org::dcc44ee8-6a65-4538-a5e1-c87e14ca7a61" providerId="AD" clId="Web-{65AAD561-CDAA-5BAC-CA6E-ACD9F36B29A7}" dt="2023-10-05T13:57:47.417" v="106"/>
        <pc:sldMkLst>
          <pc:docMk/>
          <pc:sldMk cId="86814376" sldId="394"/>
        </pc:sldMkLst>
      </pc:sldChg>
      <pc:sldChg chg="del">
        <pc:chgData name="Suraj Chopade" userId="S::suraj.chopade@bostoninstituteofanalytics.org::dcc44ee8-6a65-4538-a5e1-c87e14ca7a61" providerId="AD" clId="Web-{65AAD561-CDAA-5BAC-CA6E-ACD9F36B29A7}" dt="2023-10-05T13:57:47.417" v="105"/>
        <pc:sldMkLst>
          <pc:docMk/>
          <pc:sldMk cId="2925930174" sldId="395"/>
        </pc:sldMkLst>
      </pc:sldChg>
      <pc:sldChg chg="del">
        <pc:chgData name="Suraj Chopade" userId="S::suraj.chopade@bostoninstituteofanalytics.org::dcc44ee8-6a65-4538-a5e1-c87e14ca7a61" providerId="AD" clId="Web-{65AAD561-CDAA-5BAC-CA6E-ACD9F36B29A7}" dt="2023-10-05T13:57:47.417" v="104"/>
        <pc:sldMkLst>
          <pc:docMk/>
          <pc:sldMk cId="2059959513" sldId="396"/>
        </pc:sldMkLst>
      </pc:sldChg>
      <pc:sldChg chg="del">
        <pc:chgData name="Suraj Chopade" userId="S::suraj.chopade@bostoninstituteofanalytics.org::dcc44ee8-6a65-4538-a5e1-c87e14ca7a61" providerId="AD" clId="Web-{65AAD561-CDAA-5BAC-CA6E-ACD9F36B29A7}" dt="2023-10-05T13:57:47.417" v="103"/>
        <pc:sldMkLst>
          <pc:docMk/>
          <pc:sldMk cId="1193029658" sldId="397"/>
        </pc:sldMkLst>
      </pc:sldChg>
      <pc:sldChg chg="del">
        <pc:chgData name="Suraj Chopade" userId="S::suraj.chopade@bostoninstituteofanalytics.org::dcc44ee8-6a65-4538-a5e1-c87e14ca7a61" providerId="AD" clId="Web-{65AAD561-CDAA-5BAC-CA6E-ACD9F36B29A7}" dt="2023-10-05T13:57:47.417" v="102"/>
        <pc:sldMkLst>
          <pc:docMk/>
          <pc:sldMk cId="3115399295" sldId="398"/>
        </pc:sldMkLst>
      </pc:sldChg>
      <pc:sldChg chg="del">
        <pc:chgData name="Suraj Chopade" userId="S::suraj.chopade@bostoninstituteofanalytics.org::dcc44ee8-6a65-4538-a5e1-c87e14ca7a61" providerId="AD" clId="Web-{65AAD561-CDAA-5BAC-CA6E-ACD9F36B29A7}" dt="2023-10-05T13:57:47.417" v="101"/>
        <pc:sldMkLst>
          <pc:docMk/>
          <pc:sldMk cId="161746561" sldId="399"/>
        </pc:sldMkLst>
      </pc:sldChg>
      <pc:sldChg chg="del">
        <pc:chgData name="Suraj Chopade" userId="S::suraj.chopade@bostoninstituteofanalytics.org::dcc44ee8-6a65-4538-a5e1-c87e14ca7a61" providerId="AD" clId="Web-{65AAD561-CDAA-5BAC-CA6E-ACD9F36B29A7}" dt="2023-10-05T13:57:47.417" v="100"/>
        <pc:sldMkLst>
          <pc:docMk/>
          <pc:sldMk cId="4194027808" sldId="400"/>
        </pc:sldMkLst>
      </pc:sldChg>
      <pc:sldChg chg="del">
        <pc:chgData name="Suraj Chopade" userId="S::suraj.chopade@bostoninstituteofanalytics.org::dcc44ee8-6a65-4538-a5e1-c87e14ca7a61" providerId="AD" clId="Web-{65AAD561-CDAA-5BAC-CA6E-ACD9F36B29A7}" dt="2023-10-05T13:57:47.417" v="99"/>
        <pc:sldMkLst>
          <pc:docMk/>
          <pc:sldMk cId="874390634" sldId="401"/>
        </pc:sldMkLst>
      </pc:sldChg>
      <pc:sldChg chg="del">
        <pc:chgData name="Suraj Chopade" userId="S::suraj.chopade@bostoninstituteofanalytics.org::dcc44ee8-6a65-4538-a5e1-c87e14ca7a61" providerId="AD" clId="Web-{65AAD561-CDAA-5BAC-CA6E-ACD9F36B29A7}" dt="2023-10-05T13:57:47.417" v="98"/>
        <pc:sldMkLst>
          <pc:docMk/>
          <pc:sldMk cId="175727061" sldId="402"/>
        </pc:sldMkLst>
      </pc:sldChg>
      <pc:sldChg chg="del">
        <pc:chgData name="Suraj Chopade" userId="S::suraj.chopade@bostoninstituteofanalytics.org::dcc44ee8-6a65-4538-a5e1-c87e14ca7a61" providerId="AD" clId="Web-{65AAD561-CDAA-5BAC-CA6E-ACD9F36B29A7}" dt="2023-10-05T13:57:47.417" v="97"/>
        <pc:sldMkLst>
          <pc:docMk/>
          <pc:sldMk cId="3511440794" sldId="403"/>
        </pc:sldMkLst>
      </pc:sldChg>
      <pc:sldChg chg="del">
        <pc:chgData name="Suraj Chopade" userId="S::suraj.chopade@bostoninstituteofanalytics.org::dcc44ee8-6a65-4538-a5e1-c87e14ca7a61" providerId="AD" clId="Web-{65AAD561-CDAA-5BAC-CA6E-ACD9F36B29A7}" dt="2023-10-05T13:57:47.401" v="96"/>
        <pc:sldMkLst>
          <pc:docMk/>
          <pc:sldMk cId="671637965" sldId="404"/>
        </pc:sldMkLst>
      </pc:sldChg>
      <pc:sldChg chg="del">
        <pc:chgData name="Suraj Chopade" userId="S::suraj.chopade@bostoninstituteofanalytics.org::dcc44ee8-6a65-4538-a5e1-c87e14ca7a61" providerId="AD" clId="Web-{65AAD561-CDAA-5BAC-CA6E-ACD9F36B29A7}" dt="2023-10-05T13:57:47.401" v="95"/>
        <pc:sldMkLst>
          <pc:docMk/>
          <pc:sldMk cId="2575758570" sldId="405"/>
        </pc:sldMkLst>
      </pc:sldChg>
      <pc:sldChg chg="del">
        <pc:chgData name="Suraj Chopade" userId="S::suraj.chopade@bostoninstituteofanalytics.org::dcc44ee8-6a65-4538-a5e1-c87e14ca7a61" providerId="AD" clId="Web-{65AAD561-CDAA-5BAC-CA6E-ACD9F36B29A7}" dt="2023-10-05T13:57:47.401" v="94"/>
        <pc:sldMkLst>
          <pc:docMk/>
          <pc:sldMk cId="21544644" sldId="406"/>
        </pc:sldMkLst>
      </pc:sldChg>
      <pc:sldChg chg="del">
        <pc:chgData name="Suraj Chopade" userId="S::suraj.chopade@bostoninstituteofanalytics.org::dcc44ee8-6a65-4538-a5e1-c87e14ca7a61" providerId="AD" clId="Web-{65AAD561-CDAA-5BAC-CA6E-ACD9F36B29A7}" dt="2023-10-05T13:57:47.401" v="93"/>
        <pc:sldMkLst>
          <pc:docMk/>
          <pc:sldMk cId="3277102262" sldId="407"/>
        </pc:sldMkLst>
      </pc:sldChg>
      <pc:sldChg chg="addSp delSp modSp add">
        <pc:chgData name="Suraj Chopade" userId="S::suraj.chopade@bostoninstituteofanalytics.org::dcc44ee8-6a65-4538-a5e1-c87e14ca7a61" providerId="AD" clId="Web-{65AAD561-CDAA-5BAC-CA6E-ACD9F36B29A7}" dt="2023-10-05T13:57:32.635" v="92" actId="1076"/>
        <pc:sldMkLst>
          <pc:docMk/>
          <pc:sldMk cId="876099985" sldId="409"/>
        </pc:sldMkLst>
      </pc:sldChg>
      <pc:sldChg chg="add">
        <pc:chgData name="Suraj Chopade" userId="S::suraj.chopade@bostoninstituteofanalytics.org::dcc44ee8-6a65-4538-a5e1-c87e14ca7a61" providerId="AD" clId="Web-{65AAD561-CDAA-5BAC-CA6E-ACD9F36B29A7}" dt="2023-10-05T13:54:08.066" v="1"/>
        <pc:sldMkLst>
          <pc:docMk/>
          <pc:sldMk cId="2926612377" sldId="410"/>
        </pc:sldMkLst>
      </pc:sldChg>
    </pc:docChg>
  </pc:docChgLst>
  <pc:docChgLst>
    <pc:chgData name="Suraj Chopade" userId="S::suraj.chopade@bostoninstituteofanalytics.org::dcc44ee8-6a65-4538-a5e1-c87e14ca7a61" providerId="AD" clId="Web-{053F1D2B-53AA-6ADE-167B-F3376F0E876B}"/>
    <pc:docChg chg="addSld delSld modSld">
      <pc:chgData name="Suraj Chopade" userId="S::suraj.chopade@bostoninstituteofanalytics.org::dcc44ee8-6a65-4538-a5e1-c87e14ca7a61" providerId="AD" clId="Web-{053F1D2B-53AA-6ADE-167B-F3376F0E876B}" dt="2023-10-05T13:51:56.032" v="1691" actId="14100"/>
      <pc:docMkLst>
        <pc:docMk/>
      </pc:docMkLst>
      <pc:sldChg chg="modSp">
        <pc:chgData name="Suraj Chopade" userId="S::suraj.chopade@bostoninstituteofanalytics.org::dcc44ee8-6a65-4538-a5e1-c87e14ca7a61" providerId="AD" clId="Web-{053F1D2B-53AA-6ADE-167B-F3376F0E876B}" dt="2023-10-05T13:50:43.248" v="1673" actId="20577"/>
        <pc:sldMkLst>
          <pc:docMk/>
          <pc:sldMk cId="2503897231" sldId="283"/>
        </pc:sldMkLst>
      </pc:sldChg>
      <pc:sldChg chg="modSp">
        <pc:chgData name="Suraj Chopade" userId="S::suraj.chopade@bostoninstituteofanalytics.org::dcc44ee8-6a65-4538-a5e1-c87e14ca7a61" providerId="AD" clId="Web-{053F1D2B-53AA-6ADE-167B-F3376F0E876B}" dt="2023-10-05T12:05:35.941" v="31" actId="1076"/>
        <pc:sldMkLst>
          <pc:docMk/>
          <pc:sldMk cId="4235558439" sldId="287"/>
        </pc:sldMkLst>
      </pc:sldChg>
      <pc:sldChg chg="addSp modSp">
        <pc:chgData name="Suraj Chopade" userId="S::suraj.chopade@bostoninstituteofanalytics.org::dcc44ee8-6a65-4538-a5e1-c87e14ca7a61" providerId="AD" clId="Web-{053F1D2B-53AA-6ADE-167B-F3376F0E876B}" dt="2023-10-05T12:13:52.177" v="103" actId="1076"/>
        <pc:sldMkLst>
          <pc:docMk/>
          <pc:sldMk cId="1726830" sldId="314"/>
        </pc:sldMkLst>
      </pc:sldChg>
      <pc:sldChg chg="modSp">
        <pc:chgData name="Suraj Chopade" userId="S::suraj.chopade@bostoninstituteofanalytics.org::dcc44ee8-6a65-4538-a5e1-c87e14ca7a61" providerId="AD" clId="Web-{053F1D2B-53AA-6ADE-167B-F3376F0E876B}" dt="2023-10-05T12:16:24.152" v="156" actId="20577"/>
        <pc:sldMkLst>
          <pc:docMk/>
          <pc:sldMk cId="3709622772" sldId="342"/>
        </pc:sldMkLst>
      </pc:sldChg>
      <pc:sldChg chg="del">
        <pc:chgData name="Suraj Chopade" userId="S::suraj.chopade@bostoninstituteofanalytics.org::dcc44ee8-6a65-4538-a5e1-c87e14ca7a61" providerId="AD" clId="Web-{053F1D2B-53AA-6ADE-167B-F3376F0E876B}" dt="2023-10-05T13:11:50.819" v="1018"/>
        <pc:sldMkLst>
          <pc:docMk/>
          <pc:sldMk cId="998055449" sldId="343"/>
        </pc:sldMkLst>
      </pc:sldChg>
      <pc:sldChg chg="del">
        <pc:chgData name="Suraj Chopade" userId="S::suraj.chopade@bostoninstituteofanalytics.org::dcc44ee8-6a65-4538-a5e1-c87e14ca7a61" providerId="AD" clId="Web-{053F1D2B-53AA-6ADE-167B-F3376F0E876B}" dt="2023-10-05T12:02:54.341" v="1"/>
        <pc:sldMkLst>
          <pc:docMk/>
          <pc:sldMk cId="3428756411" sldId="366"/>
        </pc:sldMkLst>
      </pc:sldChg>
      <pc:sldChg chg="del">
        <pc:chgData name="Suraj Chopade" userId="S::suraj.chopade@bostoninstituteofanalytics.org::dcc44ee8-6a65-4538-a5e1-c87e14ca7a61" providerId="AD" clId="Web-{053F1D2B-53AA-6ADE-167B-F3376F0E876B}" dt="2023-10-05T12:02:53.028" v="0"/>
        <pc:sldMkLst>
          <pc:docMk/>
          <pc:sldMk cId="4006553666" sldId="367"/>
        </pc:sldMkLst>
      </pc:sldChg>
      <pc:sldChg chg="modSp">
        <pc:chgData name="Suraj Chopade" userId="S::suraj.chopade@bostoninstituteofanalytics.org::dcc44ee8-6a65-4538-a5e1-c87e14ca7a61" providerId="AD" clId="Web-{053F1D2B-53AA-6ADE-167B-F3376F0E876B}" dt="2023-10-05T12:23:57.293" v="217" actId="1076"/>
        <pc:sldMkLst>
          <pc:docMk/>
          <pc:sldMk cId="689801169" sldId="368"/>
        </pc:sldMkLst>
      </pc:sldChg>
      <pc:sldChg chg="modSp">
        <pc:chgData name="Suraj Chopade" userId="S::suraj.chopade@bostoninstituteofanalytics.org::dcc44ee8-6a65-4538-a5e1-c87e14ca7a61" providerId="AD" clId="Web-{053F1D2B-53AA-6ADE-167B-F3376F0E876B}" dt="2023-10-05T12:31:34.091" v="320" actId="20577"/>
        <pc:sldMkLst>
          <pc:docMk/>
          <pc:sldMk cId="3124109817" sldId="369"/>
        </pc:sldMkLst>
      </pc:sldChg>
      <pc:sldChg chg="del">
        <pc:chgData name="Suraj Chopade" userId="S::suraj.chopade@bostoninstituteofanalytics.org::dcc44ee8-6a65-4538-a5e1-c87e14ca7a61" providerId="AD" clId="Web-{053F1D2B-53AA-6ADE-167B-F3376F0E876B}" dt="2023-10-05T13:11:50.819" v="1023"/>
        <pc:sldMkLst>
          <pc:docMk/>
          <pc:sldMk cId="4260842086" sldId="370"/>
        </pc:sldMkLst>
      </pc:sldChg>
      <pc:sldChg chg="del">
        <pc:chgData name="Suraj Chopade" userId="S::suraj.chopade@bostoninstituteofanalytics.org::dcc44ee8-6a65-4538-a5e1-c87e14ca7a61" providerId="AD" clId="Web-{053F1D2B-53AA-6ADE-167B-F3376F0E876B}" dt="2023-10-05T13:11:50.819" v="1022"/>
        <pc:sldMkLst>
          <pc:docMk/>
          <pc:sldMk cId="1367509122" sldId="371"/>
        </pc:sldMkLst>
      </pc:sldChg>
      <pc:sldChg chg="del">
        <pc:chgData name="Suraj Chopade" userId="S::suraj.chopade@bostoninstituteofanalytics.org::dcc44ee8-6a65-4538-a5e1-c87e14ca7a61" providerId="AD" clId="Web-{053F1D2B-53AA-6ADE-167B-F3376F0E876B}" dt="2023-10-05T13:11:50.819" v="1021"/>
        <pc:sldMkLst>
          <pc:docMk/>
          <pc:sldMk cId="1839542696" sldId="372"/>
        </pc:sldMkLst>
      </pc:sldChg>
      <pc:sldChg chg="del">
        <pc:chgData name="Suraj Chopade" userId="S::suraj.chopade@bostoninstituteofanalytics.org::dcc44ee8-6a65-4538-a5e1-c87e14ca7a61" providerId="AD" clId="Web-{053F1D2B-53AA-6ADE-167B-F3376F0E876B}" dt="2023-10-05T13:11:50.819" v="1020"/>
        <pc:sldMkLst>
          <pc:docMk/>
          <pc:sldMk cId="3813123597" sldId="373"/>
        </pc:sldMkLst>
      </pc:sldChg>
      <pc:sldChg chg="del">
        <pc:chgData name="Suraj Chopade" userId="S::suraj.chopade@bostoninstituteofanalytics.org::dcc44ee8-6a65-4538-a5e1-c87e14ca7a61" providerId="AD" clId="Web-{053F1D2B-53AA-6ADE-167B-F3376F0E876B}" dt="2023-10-05T13:11:50.819" v="1019"/>
        <pc:sldMkLst>
          <pc:docMk/>
          <pc:sldMk cId="1224501499" sldId="374"/>
        </pc:sldMkLst>
      </pc:sldChg>
      <pc:sldChg chg="del">
        <pc:chgData name="Suraj Chopade" userId="S::suraj.chopade@bostoninstituteofanalytics.org::dcc44ee8-6a65-4538-a5e1-c87e14ca7a61" providerId="AD" clId="Web-{053F1D2B-53AA-6ADE-167B-F3376F0E876B}" dt="2023-10-05T13:11:50.819" v="1017"/>
        <pc:sldMkLst>
          <pc:docMk/>
          <pc:sldMk cId="4224219877" sldId="375"/>
        </pc:sldMkLst>
      </pc:sldChg>
      <pc:sldChg chg="del">
        <pc:chgData name="Suraj Chopade" userId="S::suraj.chopade@bostoninstituteofanalytics.org::dcc44ee8-6a65-4538-a5e1-c87e14ca7a61" providerId="AD" clId="Web-{053F1D2B-53AA-6ADE-167B-F3376F0E876B}" dt="2023-10-05T13:11:50.819" v="1016"/>
        <pc:sldMkLst>
          <pc:docMk/>
          <pc:sldMk cId="940285765" sldId="376"/>
        </pc:sldMkLst>
      </pc:sldChg>
      <pc:sldChg chg="del">
        <pc:chgData name="Suraj Chopade" userId="S::suraj.chopade@bostoninstituteofanalytics.org::dcc44ee8-6a65-4538-a5e1-c87e14ca7a61" providerId="AD" clId="Web-{053F1D2B-53AA-6ADE-167B-F3376F0E876B}" dt="2023-10-05T13:11:50.819" v="1015"/>
        <pc:sldMkLst>
          <pc:docMk/>
          <pc:sldMk cId="1101274761" sldId="377"/>
        </pc:sldMkLst>
      </pc:sldChg>
      <pc:sldChg chg="del">
        <pc:chgData name="Suraj Chopade" userId="S::suraj.chopade@bostoninstituteofanalytics.org::dcc44ee8-6a65-4538-a5e1-c87e14ca7a61" providerId="AD" clId="Web-{053F1D2B-53AA-6ADE-167B-F3376F0E876B}" dt="2023-10-05T13:11:50.819" v="1014"/>
        <pc:sldMkLst>
          <pc:docMk/>
          <pc:sldMk cId="1574334419" sldId="378"/>
        </pc:sldMkLst>
      </pc:sldChg>
      <pc:sldChg chg="del">
        <pc:chgData name="Suraj Chopade" userId="S::suraj.chopade@bostoninstituteofanalytics.org::dcc44ee8-6a65-4538-a5e1-c87e14ca7a61" providerId="AD" clId="Web-{053F1D2B-53AA-6ADE-167B-F3376F0E876B}" dt="2023-10-05T13:11:50.819" v="1013"/>
        <pc:sldMkLst>
          <pc:docMk/>
          <pc:sldMk cId="2074956151" sldId="379"/>
        </pc:sldMkLst>
      </pc:sldChg>
      <pc:sldChg chg="del">
        <pc:chgData name="Suraj Chopade" userId="S::suraj.chopade@bostoninstituteofanalytics.org::dcc44ee8-6a65-4538-a5e1-c87e14ca7a61" providerId="AD" clId="Web-{053F1D2B-53AA-6ADE-167B-F3376F0E876B}" dt="2023-10-05T13:11:50.804" v="1012"/>
        <pc:sldMkLst>
          <pc:docMk/>
          <pc:sldMk cId="2077649857" sldId="380"/>
        </pc:sldMkLst>
      </pc:sldChg>
      <pc:sldChg chg="del">
        <pc:chgData name="Suraj Chopade" userId="S::suraj.chopade@bostoninstituteofanalytics.org::dcc44ee8-6a65-4538-a5e1-c87e14ca7a61" providerId="AD" clId="Web-{053F1D2B-53AA-6ADE-167B-F3376F0E876B}" dt="2023-10-05T13:11:50.819" v="1024"/>
        <pc:sldMkLst>
          <pc:docMk/>
          <pc:sldMk cId="3225030936" sldId="381"/>
        </pc:sldMkLst>
      </pc:sldChg>
      <pc:sldChg chg="modSp add replId">
        <pc:chgData name="Suraj Chopade" userId="S::suraj.chopade@bostoninstituteofanalytics.org::dcc44ee8-6a65-4538-a5e1-c87e14ca7a61" providerId="AD" clId="Web-{053F1D2B-53AA-6ADE-167B-F3376F0E876B}" dt="2023-10-05T12:25:09.936" v="250" actId="1076"/>
        <pc:sldMkLst>
          <pc:docMk/>
          <pc:sldMk cId="1103663131" sldId="382"/>
        </pc:sldMkLst>
      </pc:sldChg>
      <pc:sldChg chg="modSp add replId">
        <pc:chgData name="Suraj Chopade" userId="S::suraj.chopade@bostoninstituteofanalytics.org::dcc44ee8-6a65-4538-a5e1-c87e14ca7a61" providerId="AD" clId="Web-{053F1D2B-53AA-6ADE-167B-F3376F0E876B}" dt="2023-10-05T12:26:42.236" v="275" actId="20577"/>
        <pc:sldMkLst>
          <pc:docMk/>
          <pc:sldMk cId="2799059165" sldId="383"/>
        </pc:sldMkLst>
      </pc:sldChg>
      <pc:sldChg chg="modSp add replId">
        <pc:chgData name="Suraj Chopade" userId="S::suraj.chopade@bostoninstituteofanalytics.org::dcc44ee8-6a65-4538-a5e1-c87e14ca7a61" providerId="AD" clId="Web-{053F1D2B-53AA-6ADE-167B-F3376F0E876B}" dt="2023-10-05T12:27:25.941" v="289" actId="1076"/>
        <pc:sldMkLst>
          <pc:docMk/>
          <pc:sldMk cId="165832031" sldId="384"/>
        </pc:sldMkLst>
      </pc:sldChg>
      <pc:sldChg chg="addSp delSp modSp add replId">
        <pc:chgData name="Suraj Chopade" userId="S::suraj.chopade@bostoninstituteofanalytics.org::dcc44ee8-6a65-4538-a5e1-c87e14ca7a61" providerId="AD" clId="Web-{053F1D2B-53AA-6ADE-167B-F3376F0E876B}" dt="2023-10-05T12:36:57.666" v="423"/>
        <pc:sldMkLst>
          <pc:docMk/>
          <pc:sldMk cId="222107579" sldId="385"/>
        </pc:sldMkLst>
      </pc:sldChg>
      <pc:sldChg chg="delSp modSp add replId">
        <pc:chgData name="Suraj Chopade" userId="S::suraj.chopade@bostoninstituteofanalytics.org::dcc44ee8-6a65-4538-a5e1-c87e14ca7a61" providerId="AD" clId="Web-{053F1D2B-53AA-6ADE-167B-F3376F0E876B}" dt="2023-10-05T12:40:08.797" v="480"/>
        <pc:sldMkLst>
          <pc:docMk/>
          <pc:sldMk cId="2952883151" sldId="386"/>
        </pc:sldMkLst>
      </pc:sldChg>
      <pc:sldChg chg="modSp add replId">
        <pc:chgData name="Suraj Chopade" userId="S::suraj.chopade@bostoninstituteofanalytics.org::dcc44ee8-6a65-4538-a5e1-c87e14ca7a61" providerId="AD" clId="Web-{053F1D2B-53AA-6ADE-167B-F3376F0E876B}" dt="2023-10-05T12:41:54.973" v="530" actId="20577"/>
        <pc:sldMkLst>
          <pc:docMk/>
          <pc:sldMk cId="2701252450" sldId="387"/>
        </pc:sldMkLst>
      </pc:sldChg>
      <pc:sldChg chg="delSp modSp add replId">
        <pc:chgData name="Suraj Chopade" userId="S::suraj.chopade@bostoninstituteofanalytics.org::dcc44ee8-6a65-4538-a5e1-c87e14ca7a61" providerId="AD" clId="Web-{053F1D2B-53AA-6ADE-167B-F3376F0E876B}" dt="2023-10-05T12:44:56.698" v="598" actId="1076"/>
        <pc:sldMkLst>
          <pc:docMk/>
          <pc:sldMk cId="3405936032" sldId="388"/>
        </pc:sldMkLst>
      </pc:sldChg>
      <pc:sldChg chg="modSp add replId">
        <pc:chgData name="Suraj Chopade" userId="S::suraj.chopade@bostoninstituteofanalytics.org::dcc44ee8-6a65-4538-a5e1-c87e14ca7a61" providerId="AD" clId="Web-{053F1D2B-53AA-6ADE-167B-F3376F0E876B}" dt="2023-10-05T12:46:38.046" v="638" actId="20577"/>
        <pc:sldMkLst>
          <pc:docMk/>
          <pc:sldMk cId="747390422" sldId="389"/>
        </pc:sldMkLst>
      </pc:sldChg>
      <pc:sldChg chg="modSp add replId">
        <pc:chgData name="Suraj Chopade" userId="S::suraj.chopade@bostoninstituteofanalytics.org::dcc44ee8-6a65-4538-a5e1-c87e14ca7a61" providerId="AD" clId="Web-{053F1D2B-53AA-6ADE-167B-F3376F0E876B}" dt="2023-10-05T12:47:59.330" v="676" actId="20577"/>
        <pc:sldMkLst>
          <pc:docMk/>
          <pc:sldMk cId="173516813" sldId="390"/>
        </pc:sldMkLst>
      </pc:sldChg>
      <pc:sldChg chg="modSp add replId">
        <pc:chgData name="Suraj Chopade" userId="S::suraj.chopade@bostoninstituteofanalytics.org::dcc44ee8-6a65-4538-a5e1-c87e14ca7a61" providerId="AD" clId="Web-{053F1D2B-53AA-6ADE-167B-F3376F0E876B}" dt="2023-10-05T12:49:19.317" v="717" actId="20577"/>
        <pc:sldMkLst>
          <pc:docMk/>
          <pc:sldMk cId="4231229480" sldId="391"/>
        </pc:sldMkLst>
      </pc:sldChg>
      <pc:sldChg chg="addSp delSp modSp add replId">
        <pc:chgData name="Suraj Chopade" userId="S::suraj.chopade@bostoninstituteofanalytics.org::dcc44ee8-6a65-4538-a5e1-c87e14ca7a61" providerId="AD" clId="Web-{053F1D2B-53AA-6ADE-167B-F3376F0E876B}" dt="2023-10-05T12:55:36.268" v="857" actId="20577"/>
        <pc:sldMkLst>
          <pc:docMk/>
          <pc:sldMk cId="3596187884" sldId="392"/>
        </pc:sldMkLst>
      </pc:sldChg>
      <pc:sldChg chg="addSp delSp modSp add replId">
        <pc:chgData name="Suraj Chopade" userId="S::suraj.chopade@bostoninstituteofanalytics.org::dcc44ee8-6a65-4538-a5e1-c87e14ca7a61" providerId="AD" clId="Web-{053F1D2B-53AA-6ADE-167B-F3376F0E876B}" dt="2023-10-05T13:01:59.345" v="1010" actId="14100"/>
        <pc:sldMkLst>
          <pc:docMk/>
          <pc:sldMk cId="898489146" sldId="393"/>
        </pc:sldMkLst>
      </pc:sldChg>
      <pc:sldChg chg="modSp add replId">
        <pc:chgData name="Suraj Chopade" userId="S::suraj.chopade@bostoninstituteofanalytics.org::dcc44ee8-6a65-4538-a5e1-c87e14ca7a61" providerId="AD" clId="Web-{053F1D2B-53AA-6ADE-167B-F3376F0E876B}" dt="2023-10-05T13:17:02.737" v="1126" actId="1076"/>
        <pc:sldMkLst>
          <pc:docMk/>
          <pc:sldMk cId="86814376" sldId="394"/>
        </pc:sldMkLst>
      </pc:sldChg>
      <pc:sldChg chg="modSp add replId">
        <pc:chgData name="Suraj Chopade" userId="S::suraj.chopade@bostoninstituteofanalytics.org::dcc44ee8-6a65-4538-a5e1-c87e14ca7a61" providerId="AD" clId="Web-{053F1D2B-53AA-6ADE-167B-F3376F0E876B}" dt="2023-10-05T13:23:21.313" v="1234" actId="20577"/>
        <pc:sldMkLst>
          <pc:docMk/>
          <pc:sldMk cId="2925930174" sldId="395"/>
        </pc:sldMkLst>
      </pc:sldChg>
      <pc:sldChg chg="delSp modSp add replId">
        <pc:chgData name="Suraj Chopade" userId="S::suraj.chopade@bostoninstituteofanalytics.org::dcc44ee8-6a65-4538-a5e1-c87e14ca7a61" providerId="AD" clId="Web-{053F1D2B-53AA-6ADE-167B-F3376F0E876B}" dt="2023-10-05T13:51:56.032" v="1691" actId="14100"/>
        <pc:sldMkLst>
          <pc:docMk/>
          <pc:sldMk cId="2059959513" sldId="396"/>
        </pc:sldMkLst>
      </pc:sldChg>
      <pc:sldChg chg="modSp add replId">
        <pc:chgData name="Suraj Chopade" userId="S::suraj.chopade@bostoninstituteofanalytics.org::dcc44ee8-6a65-4538-a5e1-c87e14ca7a61" providerId="AD" clId="Web-{053F1D2B-53AA-6ADE-167B-F3376F0E876B}" dt="2023-10-05T13:51:51.109" v="1690" actId="14100"/>
        <pc:sldMkLst>
          <pc:docMk/>
          <pc:sldMk cId="1193029658" sldId="397"/>
        </pc:sldMkLst>
      </pc:sldChg>
      <pc:sldChg chg="modSp add replId">
        <pc:chgData name="Suraj Chopade" userId="S::suraj.chopade@bostoninstituteofanalytics.org::dcc44ee8-6a65-4538-a5e1-c87e14ca7a61" providerId="AD" clId="Web-{053F1D2B-53AA-6ADE-167B-F3376F0E876B}" dt="2023-10-05T13:51:46.828" v="1689" actId="14100"/>
        <pc:sldMkLst>
          <pc:docMk/>
          <pc:sldMk cId="3115399295" sldId="398"/>
        </pc:sldMkLst>
      </pc:sldChg>
      <pc:sldChg chg="modSp add replId">
        <pc:chgData name="Suraj Chopade" userId="S::suraj.chopade@bostoninstituteofanalytics.org::dcc44ee8-6a65-4538-a5e1-c87e14ca7a61" providerId="AD" clId="Web-{053F1D2B-53AA-6ADE-167B-F3376F0E876B}" dt="2023-10-05T13:51:42.578" v="1688" actId="14100"/>
        <pc:sldMkLst>
          <pc:docMk/>
          <pc:sldMk cId="161746561" sldId="399"/>
        </pc:sldMkLst>
      </pc:sldChg>
      <pc:sldChg chg="modSp add replId">
        <pc:chgData name="Suraj Chopade" userId="S::suraj.chopade@bostoninstituteofanalytics.org::dcc44ee8-6a65-4538-a5e1-c87e14ca7a61" providerId="AD" clId="Web-{053F1D2B-53AA-6ADE-167B-F3376F0E876B}" dt="2023-10-05T13:51:39.125" v="1687" actId="14100"/>
        <pc:sldMkLst>
          <pc:docMk/>
          <pc:sldMk cId="4194027808" sldId="400"/>
        </pc:sldMkLst>
      </pc:sldChg>
      <pc:sldChg chg="modSp add replId">
        <pc:chgData name="Suraj Chopade" userId="S::suraj.chopade@bostoninstituteofanalytics.org::dcc44ee8-6a65-4538-a5e1-c87e14ca7a61" providerId="AD" clId="Web-{053F1D2B-53AA-6ADE-167B-F3376F0E876B}" dt="2023-10-05T13:51:34.453" v="1686" actId="14100"/>
        <pc:sldMkLst>
          <pc:docMk/>
          <pc:sldMk cId="874390634" sldId="401"/>
        </pc:sldMkLst>
      </pc:sldChg>
      <pc:sldChg chg="modSp add replId">
        <pc:chgData name="Suraj Chopade" userId="S::suraj.chopade@bostoninstituteofanalytics.org::dcc44ee8-6a65-4538-a5e1-c87e14ca7a61" providerId="AD" clId="Web-{053F1D2B-53AA-6ADE-167B-F3376F0E876B}" dt="2023-10-05T13:51:28.921" v="1685" actId="14100"/>
        <pc:sldMkLst>
          <pc:docMk/>
          <pc:sldMk cId="175727061" sldId="402"/>
        </pc:sldMkLst>
      </pc:sldChg>
      <pc:sldChg chg="modSp add replId">
        <pc:chgData name="Suraj Chopade" userId="S::suraj.chopade@bostoninstituteofanalytics.org::dcc44ee8-6a65-4538-a5e1-c87e14ca7a61" providerId="AD" clId="Web-{053F1D2B-53AA-6ADE-167B-F3376F0E876B}" dt="2023-10-05T13:51:22.890" v="1684" actId="14100"/>
        <pc:sldMkLst>
          <pc:docMk/>
          <pc:sldMk cId="3511440794" sldId="403"/>
        </pc:sldMkLst>
      </pc:sldChg>
      <pc:sldChg chg="modSp add replId">
        <pc:chgData name="Suraj Chopade" userId="S::suraj.chopade@bostoninstituteofanalytics.org::dcc44ee8-6a65-4538-a5e1-c87e14ca7a61" providerId="AD" clId="Web-{053F1D2B-53AA-6ADE-167B-F3376F0E876B}" dt="2023-10-05T13:51:18.452" v="1683" actId="14100"/>
        <pc:sldMkLst>
          <pc:docMk/>
          <pc:sldMk cId="671637965" sldId="404"/>
        </pc:sldMkLst>
      </pc:sldChg>
      <pc:sldChg chg="modSp add replId">
        <pc:chgData name="Suraj Chopade" userId="S::suraj.chopade@bostoninstituteofanalytics.org::dcc44ee8-6a65-4538-a5e1-c87e14ca7a61" providerId="AD" clId="Web-{053F1D2B-53AA-6ADE-167B-F3376F0E876B}" dt="2023-10-05T13:51:13.155" v="1682" actId="14100"/>
        <pc:sldMkLst>
          <pc:docMk/>
          <pc:sldMk cId="2575758570" sldId="405"/>
        </pc:sldMkLst>
      </pc:sldChg>
      <pc:sldChg chg="modSp add replId">
        <pc:chgData name="Suraj Chopade" userId="S::suraj.chopade@bostoninstituteofanalytics.org::dcc44ee8-6a65-4538-a5e1-c87e14ca7a61" providerId="AD" clId="Web-{053F1D2B-53AA-6ADE-167B-F3376F0E876B}" dt="2023-10-05T13:51:07.311" v="1681" actId="20577"/>
        <pc:sldMkLst>
          <pc:docMk/>
          <pc:sldMk cId="21544644" sldId="406"/>
        </pc:sldMkLst>
      </pc:sldChg>
      <pc:sldChg chg="modSp add replId">
        <pc:chgData name="Suraj Chopade" userId="S::suraj.chopade@bostoninstituteofanalytics.org::dcc44ee8-6a65-4538-a5e1-c87e14ca7a61" providerId="AD" clId="Web-{053F1D2B-53AA-6ADE-167B-F3376F0E876B}" dt="2023-10-05T13:50:54.045" v="1676" actId="1076"/>
        <pc:sldMkLst>
          <pc:docMk/>
          <pc:sldMk cId="3277102262" sldId="407"/>
        </pc:sldMkLst>
      </pc:sldChg>
      <pc:sldChg chg="add replId">
        <pc:chgData name="Suraj Chopade" userId="S::suraj.chopade@bostoninstituteofanalytics.org::dcc44ee8-6a65-4538-a5e1-c87e14ca7a61" providerId="AD" clId="Web-{053F1D2B-53AA-6ADE-167B-F3376F0E876B}" dt="2023-10-05T13:50:35.325" v="1661"/>
        <pc:sldMkLst>
          <pc:docMk/>
          <pc:sldMk cId="4059647043" sldId="408"/>
        </pc:sldMkLst>
      </pc:sldChg>
    </pc:docChg>
  </pc:docChgLst>
  <pc:docChgLst>
    <pc:chgData name="Poomathi Thangarasu" userId="04b7684679461d60" providerId="LiveId" clId="{75B12CA3-1AC9-4BA5-BF93-A99C19A1B618}"/>
    <pc:docChg chg="addSld modSld">
      <pc:chgData name="Poomathi Thangarasu" userId="04b7684679461d60" providerId="LiveId" clId="{75B12CA3-1AC9-4BA5-BF93-A99C19A1B618}" dt="2024-12-14T06:52:40.664" v="161"/>
      <pc:docMkLst>
        <pc:docMk/>
      </pc:docMkLst>
      <pc:sldChg chg="modSp add mod">
        <pc:chgData name="Poomathi Thangarasu" userId="04b7684679461d60" providerId="LiveId" clId="{75B12CA3-1AC9-4BA5-BF93-A99C19A1B618}" dt="2024-12-14T06:52:40.664" v="161"/>
        <pc:sldMkLst>
          <pc:docMk/>
          <pc:sldMk cId="1196050734" sldId="586"/>
        </pc:sldMkLst>
        <pc:spChg chg="mod">
          <ac:chgData name="Poomathi Thangarasu" userId="04b7684679461d60" providerId="LiveId" clId="{75B12CA3-1AC9-4BA5-BF93-A99C19A1B618}" dt="2024-12-14T06:52:40.664" v="161"/>
          <ac:spMkLst>
            <pc:docMk/>
            <pc:sldMk cId="1196050734" sldId="586"/>
            <ac:spMk id="3" creationId="{137EBA84-F08C-4745-1243-114CDDBF3BFA}"/>
          </ac:spMkLst>
        </pc:spChg>
        <pc:spChg chg="mod">
          <ac:chgData name="Poomathi Thangarasu" userId="04b7684679461d60" providerId="LiveId" clId="{75B12CA3-1AC9-4BA5-BF93-A99C19A1B618}" dt="2024-12-14T06:50:30.625" v="25" actId="14100"/>
          <ac:spMkLst>
            <pc:docMk/>
            <pc:sldMk cId="1196050734" sldId="586"/>
            <ac:spMk id="5" creationId="{D3A7FE3B-ADF4-D533-09E2-877D458826DA}"/>
          </ac:spMkLst>
        </pc:spChg>
      </pc:sldChg>
    </pc:docChg>
  </pc:docChgLst>
  <pc:docChgLst>
    <pc:chgData name="Suraj Chopade" userId="S::suraj.chopade@bostoninstituteofanalytics.org::dcc44ee8-6a65-4538-a5e1-c87e14ca7a61" providerId="AD" clId="Web-{50FF7B62-4CB6-3914-F762-3A21A5A2CAD8}"/>
    <pc:docChg chg="addSld delSld modSld">
      <pc:chgData name="Suraj Chopade" userId="S::suraj.chopade@bostoninstituteofanalytics.org::dcc44ee8-6a65-4538-a5e1-c87e14ca7a61" providerId="AD" clId="Web-{50FF7B62-4CB6-3914-F762-3A21A5A2CAD8}" dt="2023-10-11T06:40:01.597" v="208" actId="14100"/>
      <pc:docMkLst>
        <pc:docMk/>
      </pc:docMkLst>
      <pc:sldChg chg="modSp">
        <pc:chgData name="Suraj Chopade" userId="S::suraj.chopade@bostoninstituteofanalytics.org::dcc44ee8-6a65-4538-a5e1-c87e14ca7a61" providerId="AD" clId="Web-{50FF7B62-4CB6-3914-F762-3A21A5A2CAD8}" dt="2023-10-11T06:19:14.271" v="12" actId="20577"/>
        <pc:sldMkLst>
          <pc:docMk/>
          <pc:sldMk cId="4076578880" sldId="484"/>
        </pc:sldMkLst>
      </pc:sldChg>
      <pc:sldChg chg="del">
        <pc:chgData name="Suraj Chopade" userId="S::suraj.chopade@bostoninstituteofanalytics.org::dcc44ee8-6a65-4538-a5e1-c87e14ca7a61" providerId="AD" clId="Web-{50FF7B62-4CB6-3914-F762-3A21A5A2CAD8}" dt="2023-10-11T06:19:39.647" v="16"/>
        <pc:sldMkLst>
          <pc:docMk/>
          <pc:sldMk cId="578900116" sldId="499"/>
        </pc:sldMkLst>
      </pc:sldChg>
      <pc:sldChg chg="del">
        <pc:chgData name="Suraj Chopade" userId="S::suraj.chopade@bostoninstituteofanalytics.org::dcc44ee8-6a65-4538-a5e1-c87e14ca7a61" providerId="AD" clId="Web-{50FF7B62-4CB6-3914-F762-3A21A5A2CAD8}" dt="2023-10-11T06:19:39.647" v="15"/>
        <pc:sldMkLst>
          <pc:docMk/>
          <pc:sldMk cId="3708449144" sldId="509"/>
        </pc:sldMkLst>
      </pc:sldChg>
      <pc:sldChg chg="del">
        <pc:chgData name="Suraj Chopade" userId="S::suraj.chopade@bostoninstituteofanalytics.org::dcc44ee8-6a65-4538-a5e1-c87e14ca7a61" providerId="AD" clId="Web-{50FF7B62-4CB6-3914-F762-3A21A5A2CAD8}" dt="2023-10-11T06:19:39.647" v="14"/>
        <pc:sldMkLst>
          <pc:docMk/>
          <pc:sldMk cId="3495677414" sldId="510"/>
        </pc:sldMkLst>
      </pc:sldChg>
      <pc:sldChg chg="del">
        <pc:chgData name="Suraj Chopade" userId="S::suraj.chopade@bostoninstituteofanalytics.org::dcc44ee8-6a65-4538-a5e1-c87e14ca7a61" providerId="AD" clId="Web-{50FF7B62-4CB6-3914-F762-3A21A5A2CAD8}" dt="2023-10-11T06:19:39.647" v="13"/>
        <pc:sldMkLst>
          <pc:docMk/>
          <pc:sldMk cId="2861758974" sldId="511"/>
        </pc:sldMkLst>
      </pc:sldChg>
      <pc:sldChg chg="del">
        <pc:chgData name="Suraj Chopade" userId="S::suraj.chopade@bostoninstituteofanalytics.org::dcc44ee8-6a65-4538-a5e1-c87e14ca7a61" providerId="AD" clId="Web-{50FF7B62-4CB6-3914-F762-3A21A5A2CAD8}" dt="2023-10-11T06:19:47.616" v="24"/>
        <pc:sldMkLst>
          <pc:docMk/>
          <pc:sldMk cId="614264639" sldId="513"/>
        </pc:sldMkLst>
      </pc:sldChg>
      <pc:sldChg chg="addSp modSp add replId">
        <pc:chgData name="Suraj Chopade" userId="S::suraj.chopade@bostoninstituteofanalytics.org::dcc44ee8-6a65-4538-a5e1-c87e14ca7a61" providerId="AD" clId="Web-{50FF7B62-4CB6-3914-F762-3A21A5A2CAD8}" dt="2023-10-11T06:24:33.813" v="62" actId="1076"/>
        <pc:sldMkLst>
          <pc:docMk/>
          <pc:sldMk cId="3080017173" sldId="513"/>
        </pc:sldMkLst>
      </pc:sldChg>
      <pc:sldChg chg="del">
        <pc:chgData name="Suraj Chopade" userId="S::suraj.chopade@bostoninstituteofanalytics.org::dcc44ee8-6a65-4538-a5e1-c87e14ca7a61" providerId="AD" clId="Web-{50FF7B62-4CB6-3914-F762-3A21A5A2CAD8}" dt="2023-10-11T06:19:47.616" v="23"/>
        <pc:sldMkLst>
          <pc:docMk/>
          <pc:sldMk cId="1087223380" sldId="514"/>
        </pc:sldMkLst>
      </pc:sldChg>
      <pc:sldChg chg="addSp delSp modSp add replId">
        <pc:chgData name="Suraj Chopade" userId="S::suraj.chopade@bostoninstituteofanalytics.org::dcc44ee8-6a65-4538-a5e1-c87e14ca7a61" providerId="AD" clId="Web-{50FF7B62-4CB6-3914-F762-3A21A5A2CAD8}" dt="2023-10-11T06:26:52.990" v="98" actId="20577"/>
        <pc:sldMkLst>
          <pc:docMk/>
          <pc:sldMk cId="3573858950" sldId="514"/>
        </pc:sldMkLst>
      </pc:sldChg>
      <pc:sldChg chg="del">
        <pc:chgData name="Suraj Chopade" userId="S::suraj.chopade@bostoninstituteofanalytics.org::dcc44ee8-6a65-4538-a5e1-c87e14ca7a61" providerId="AD" clId="Web-{50FF7B62-4CB6-3914-F762-3A21A5A2CAD8}" dt="2023-10-11T06:19:47.616" v="22"/>
        <pc:sldMkLst>
          <pc:docMk/>
          <pc:sldMk cId="3366673927" sldId="515"/>
        </pc:sldMkLst>
      </pc:sldChg>
      <pc:sldChg chg="modSp add replId">
        <pc:chgData name="Suraj Chopade" userId="S::suraj.chopade@bostoninstituteofanalytics.org::dcc44ee8-6a65-4538-a5e1-c87e14ca7a61" providerId="AD" clId="Web-{50FF7B62-4CB6-3914-F762-3A21A5A2CAD8}" dt="2023-10-11T06:29:31.293" v="153" actId="20577"/>
        <pc:sldMkLst>
          <pc:docMk/>
          <pc:sldMk cId="4217137610" sldId="515"/>
        </pc:sldMkLst>
      </pc:sldChg>
      <pc:sldChg chg="del">
        <pc:chgData name="Suraj Chopade" userId="S::suraj.chopade@bostoninstituteofanalytics.org::dcc44ee8-6a65-4538-a5e1-c87e14ca7a61" providerId="AD" clId="Web-{50FF7B62-4CB6-3914-F762-3A21A5A2CAD8}" dt="2023-10-11T06:19:47.616" v="21"/>
        <pc:sldMkLst>
          <pc:docMk/>
          <pc:sldMk cId="420446522" sldId="516"/>
        </pc:sldMkLst>
      </pc:sldChg>
      <pc:sldChg chg="addSp delSp modSp add replId">
        <pc:chgData name="Suraj Chopade" userId="S::suraj.chopade@bostoninstituteofanalytics.org::dcc44ee8-6a65-4538-a5e1-c87e14ca7a61" providerId="AD" clId="Web-{50FF7B62-4CB6-3914-F762-3A21A5A2CAD8}" dt="2023-10-11T06:31:33.563" v="169" actId="1076"/>
        <pc:sldMkLst>
          <pc:docMk/>
          <pc:sldMk cId="1413599815" sldId="516"/>
        </pc:sldMkLst>
      </pc:sldChg>
      <pc:sldChg chg="addSp delSp modSp add replId">
        <pc:chgData name="Suraj Chopade" userId="S::suraj.chopade@bostoninstituteofanalytics.org::dcc44ee8-6a65-4538-a5e1-c87e14ca7a61" providerId="AD" clId="Web-{50FF7B62-4CB6-3914-F762-3A21A5A2CAD8}" dt="2023-10-11T06:40:01.597" v="208" actId="14100"/>
        <pc:sldMkLst>
          <pc:docMk/>
          <pc:sldMk cId="68176441" sldId="517"/>
        </pc:sldMkLst>
      </pc:sldChg>
      <pc:sldChg chg="del">
        <pc:chgData name="Suraj Chopade" userId="S::suraj.chopade@bostoninstituteofanalytics.org::dcc44ee8-6a65-4538-a5e1-c87e14ca7a61" providerId="AD" clId="Web-{50FF7B62-4CB6-3914-F762-3A21A5A2CAD8}" dt="2023-10-11T06:19:47.616" v="20"/>
        <pc:sldMkLst>
          <pc:docMk/>
          <pc:sldMk cId="696253128" sldId="518"/>
        </pc:sldMkLst>
      </pc:sldChg>
      <pc:sldChg chg="delSp modSp add replId">
        <pc:chgData name="Suraj Chopade" userId="S::suraj.chopade@bostoninstituteofanalytics.org::dcc44ee8-6a65-4538-a5e1-c87e14ca7a61" providerId="AD" clId="Web-{50FF7B62-4CB6-3914-F762-3A21A5A2CAD8}" dt="2023-10-11T06:39:18.798" v="206" actId="14100"/>
        <pc:sldMkLst>
          <pc:docMk/>
          <pc:sldMk cId="978294003" sldId="518"/>
        </pc:sldMkLst>
      </pc:sldChg>
      <pc:sldChg chg="del">
        <pc:chgData name="Suraj Chopade" userId="S::suraj.chopade@bostoninstituteofanalytics.org::dcc44ee8-6a65-4538-a5e1-c87e14ca7a61" providerId="AD" clId="Web-{50FF7B62-4CB6-3914-F762-3A21A5A2CAD8}" dt="2023-10-11T06:19:47.600" v="19"/>
        <pc:sldMkLst>
          <pc:docMk/>
          <pc:sldMk cId="3421483834" sldId="519"/>
        </pc:sldMkLst>
      </pc:sldChg>
      <pc:sldChg chg="del">
        <pc:chgData name="Suraj Chopade" userId="S::suraj.chopade@bostoninstituteofanalytics.org::dcc44ee8-6a65-4538-a5e1-c87e14ca7a61" providerId="AD" clId="Web-{50FF7B62-4CB6-3914-F762-3A21A5A2CAD8}" dt="2023-10-11T06:19:47.600" v="18"/>
        <pc:sldMkLst>
          <pc:docMk/>
          <pc:sldMk cId="3840755790" sldId="521"/>
        </pc:sldMkLst>
      </pc:sldChg>
      <pc:sldChg chg="del">
        <pc:chgData name="Suraj Chopade" userId="S::suraj.chopade@bostoninstituteofanalytics.org::dcc44ee8-6a65-4538-a5e1-c87e14ca7a61" providerId="AD" clId="Web-{50FF7B62-4CB6-3914-F762-3A21A5A2CAD8}" dt="2023-10-11T06:19:47.600" v="17"/>
        <pc:sldMkLst>
          <pc:docMk/>
          <pc:sldMk cId="236609953" sldId="522"/>
        </pc:sldMkLst>
      </pc:sldChg>
    </pc:docChg>
  </pc:docChgLst>
  <pc:docChgLst>
    <pc:chgData name="Suraj Chopade" userId="S::suraj.chopade@bostoninstituteofanalytics.org::dcc44ee8-6a65-4538-a5e1-c87e14ca7a61" providerId="AD" clId="Web-{6014D375-978A-3D61-3F67-6AD4F1C1FE5A}"/>
    <pc:docChg chg="addSld delSld modSld sldOrd">
      <pc:chgData name="Suraj Chopade" userId="S::suraj.chopade@bostoninstituteofanalytics.org::dcc44ee8-6a65-4538-a5e1-c87e14ca7a61" providerId="AD" clId="Web-{6014D375-978A-3D61-3F67-6AD4F1C1FE5A}" dt="2023-10-07T12:25:30.205" v="1180" actId="20577"/>
      <pc:docMkLst>
        <pc:docMk/>
      </pc:docMkLst>
      <pc:sldChg chg="del">
        <pc:chgData name="Suraj Chopade" userId="S::suraj.chopade@bostoninstituteofanalytics.org::dcc44ee8-6a65-4538-a5e1-c87e14ca7a61" providerId="AD" clId="Web-{6014D375-978A-3D61-3F67-6AD4F1C1FE5A}" dt="2023-10-07T08:47:06.512" v="322"/>
        <pc:sldMkLst>
          <pc:docMk/>
          <pc:sldMk cId="4235558439" sldId="287"/>
        </pc:sldMkLst>
      </pc:sldChg>
      <pc:sldChg chg="addSp modSp">
        <pc:chgData name="Suraj Chopade" userId="S::suraj.chopade@bostoninstituteofanalytics.org::dcc44ee8-6a65-4538-a5e1-c87e14ca7a61" providerId="AD" clId="Web-{6014D375-978A-3D61-3F67-6AD4F1C1FE5A}" dt="2023-10-07T08:52:59.462" v="358" actId="1076"/>
        <pc:sldMkLst>
          <pc:docMk/>
          <pc:sldMk cId="1726830" sldId="314"/>
        </pc:sldMkLst>
      </pc:sldChg>
      <pc:sldChg chg="del">
        <pc:chgData name="Suraj Chopade" userId="S::suraj.chopade@bostoninstituteofanalytics.org::dcc44ee8-6a65-4538-a5e1-c87e14ca7a61" providerId="AD" clId="Web-{6014D375-978A-3D61-3F67-6AD4F1C1FE5A}" dt="2023-10-07T08:38:23.508" v="46"/>
        <pc:sldMkLst>
          <pc:docMk/>
          <pc:sldMk cId="1541896332" sldId="438"/>
        </pc:sldMkLst>
      </pc:sldChg>
      <pc:sldChg chg="del">
        <pc:chgData name="Suraj Chopade" userId="S::suraj.chopade@bostoninstituteofanalytics.org::dcc44ee8-6a65-4538-a5e1-c87e14ca7a61" providerId="AD" clId="Web-{6014D375-978A-3D61-3F67-6AD4F1C1FE5A}" dt="2023-10-07T08:38:23.493" v="45"/>
        <pc:sldMkLst>
          <pc:docMk/>
          <pc:sldMk cId="4217551723" sldId="439"/>
        </pc:sldMkLst>
      </pc:sldChg>
      <pc:sldChg chg="del">
        <pc:chgData name="Suraj Chopade" userId="S::suraj.chopade@bostoninstituteofanalytics.org::dcc44ee8-6a65-4538-a5e1-c87e14ca7a61" providerId="AD" clId="Web-{6014D375-978A-3D61-3F67-6AD4F1C1FE5A}" dt="2023-10-07T08:38:23.493" v="43"/>
        <pc:sldMkLst>
          <pc:docMk/>
          <pc:sldMk cId="3445395743" sldId="440"/>
        </pc:sldMkLst>
      </pc:sldChg>
      <pc:sldChg chg="del">
        <pc:chgData name="Suraj Chopade" userId="S::suraj.chopade@bostoninstituteofanalytics.org::dcc44ee8-6a65-4538-a5e1-c87e14ca7a61" providerId="AD" clId="Web-{6014D375-978A-3D61-3F67-6AD4F1C1FE5A}" dt="2023-10-07T08:38:23.493" v="44"/>
        <pc:sldMkLst>
          <pc:docMk/>
          <pc:sldMk cId="4159333918" sldId="441"/>
        </pc:sldMkLst>
      </pc:sldChg>
      <pc:sldChg chg="del">
        <pc:chgData name="Suraj Chopade" userId="S::suraj.chopade@bostoninstituteofanalytics.org::dcc44ee8-6a65-4538-a5e1-c87e14ca7a61" providerId="AD" clId="Web-{6014D375-978A-3D61-3F67-6AD4F1C1FE5A}" dt="2023-10-07T08:38:23.493" v="42"/>
        <pc:sldMkLst>
          <pc:docMk/>
          <pc:sldMk cId="1579541125" sldId="442"/>
        </pc:sldMkLst>
      </pc:sldChg>
      <pc:sldChg chg="del">
        <pc:chgData name="Suraj Chopade" userId="S::suraj.chopade@bostoninstituteofanalytics.org::dcc44ee8-6a65-4538-a5e1-c87e14ca7a61" providerId="AD" clId="Web-{6014D375-978A-3D61-3F67-6AD4F1C1FE5A}" dt="2023-10-07T08:38:23.493" v="41"/>
        <pc:sldMkLst>
          <pc:docMk/>
          <pc:sldMk cId="3168653105" sldId="443"/>
        </pc:sldMkLst>
      </pc:sldChg>
      <pc:sldChg chg="del">
        <pc:chgData name="Suraj Chopade" userId="S::suraj.chopade@bostoninstituteofanalytics.org::dcc44ee8-6a65-4538-a5e1-c87e14ca7a61" providerId="AD" clId="Web-{6014D375-978A-3D61-3F67-6AD4F1C1FE5A}" dt="2023-10-07T08:38:23.493" v="40"/>
        <pc:sldMkLst>
          <pc:docMk/>
          <pc:sldMk cId="1096674608" sldId="444"/>
        </pc:sldMkLst>
      </pc:sldChg>
      <pc:sldChg chg="del">
        <pc:chgData name="Suraj Chopade" userId="S::suraj.chopade@bostoninstituteofanalytics.org::dcc44ee8-6a65-4538-a5e1-c87e14ca7a61" providerId="AD" clId="Web-{6014D375-978A-3D61-3F67-6AD4F1C1FE5A}" dt="2023-10-07T08:38:23.493" v="39"/>
        <pc:sldMkLst>
          <pc:docMk/>
          <pc:sldMk cId="2576935323" sldId="445"/>
        </pc:sldMkLst>
      </pc:sldChg>
      <pc:sldChg chg="del">
        <pc:chgData name="Suraj Chopade" userId="S::suraj.chopade@bostoninstituteofanalytics.org::dcc44ee8-6a65-4538-a5e1-c87e14ca7a61" providerId="AD" clId="Web-{6014D375-978A-3D61-3F67-6AD4F1C1FE5A}" dt="2023-10-07T08:38:23.493" v="38"/>
        <pc:sldMkLst>
          <pc:docMk/>
          <pc:sldMk cId="1173246912" sldId="447"/>
        </pc:sldMkLst>
      </pc:sldChg>
      <pc:sldChg chg="del">
        <pc:chgData name="Suraj Chopade" userId="S::suraj.chopade@bostoninstituteofanalytics.org::dcc44ee8-6a65-4538-a5e1-c87e14ca7a61" providerId="AD" clId="Web-{6014D375-978A-3D61-3F67-6AD4F1C1FE5A}" dt="2023-10-07T08:38:23.493" v="37"/>
        <pc:sldMkLst>
          <pc:docMk/>
          <pc:sldMk cId="1067643113" sldId="448"/>
        </pc:sldMkLst>
      </pc:sldChg>
      <pc:sldChg chg="del">
        <pc:chgData name="Suraj Chopade" userId="S::suraj.chopade@bostoninstituteofanalytics.org::dcc44ee8-6a65-4538-a5e1-c87e14ca7a61" providerId="AD" clId="Web-{6014D375-978A-3D61-3F67-6AD4F1C1FE5A}" dt="2023-10-07T08:38:23.493" v="36"/>
        <pc:sldMkLst>
          <pc:docMk/>
          <pc:sldMk cId="1674932042" sldId="449"/>
        </pc:sldMkLst>
      </pc:sldChg>
      <pc:sldChg chg="del">
        <pc:chgData name="Suraj Chopade" userId="S::suraj.chopade@bostoninstituteofanalytics.org::dcc44ee8-6a65-4538-a5e1-c87e14ca7a61" providerId="AD" clId="Web-{6014D375-978A-3D61-3F67-6AD4F1C1FE5A}" dt="2023-10-07T08:38:23.493" v="35"/>
        <pc:sldMkLst>
          <pc:docMk/>
          <pc:sldMk cId="4206720302" sldId="450"/>
        </pc:sldMkLst>
      </pc:sldChg>
      <pc:sldChg chg="del">
        <pc:chgData name="Suraj Chopade" userId="S::suraj.chopade@bostoninstituteofanalytics.org::dcc44ee8-6a65-4538-a5e1-c87e14ca7a61" providerId="AD" clId="Web-{6014D375-978A-3D61-3F67-6AD4F1C1FE5A}" dt="2023-10-07T08:38:23.493" v="34"/>
        <pc:sldMkLst>
          <pc:docMk/>
          <pc:sldMk cId="323007175" sldId="451"/>
        </pc:sldMkLst>
      </pc:sldChg>
      <pc:sldChg chg="del">
        <pc:chgData name="Suraj Chopade" userId="S::suraj.chopade@bostoninstituteofanalytics.org::dcc44ee8-6a65-4538-a5e1-c87e14ca7a61" providerId="AD" clId="Web-{6014D375-978A-3D61-3F67-6AD4F1C1FE5A}" dt="2023-10-07T08:38:23.493" v="33"/>
        <pc:sldMkLst>
          <pc:docMk/>
          <pc:sldMk cId="1595534070" sldId="452"/>
        </pc:sldMkLst>
      </pc:sldChg>
      <pc:sldChg chg="del">
        <pc:chgData name="Suraj Chopade" userId="S::suraj.chopade@bostoninstituteofanalytics.org::dcc44ee8-6a65-4538-a5e1-c87e14ca7a61" providerId="AD" clId="Web-{6014D375-978A-3D61-3F67-6AD4F1C1FE5A}" dt="2023-10-07T08:38:23.477" v="32"/>
        <pc:sldMkLst>
          <pc:docMk/>
          <pc:sldMk cId="1591311205" sldId="453"/>
        </pc:sldMkLst>
      </pc:sldChg>
      <pc:sldChg chg="del">
        <pc:chgData name="Suraj Chopade" userId="S::suraj.chopade@bostoninstituteofanalytics.org::dcc44ee8-6a65-4538-a5e1-c87e14ca7a61" providerId="AD" clId="Web-{6014D375-978A-3D61-3F67-6AD4F1C1FE5A}" dt="2023-10-07T08:38:23.477" v="31"/>
        <pc:sldMkLst>
          <pc:docMk/>
          <pc:sldMk cId="2861796006" sldId="454"/>
        </pc:sldMkLst>
      </pc:sldChg>
      <pc:sldChg chg="del">
        <pc:chgData name="Suraj Chopade" userId="S::suraj.chopade@bostoninstituteofanalytics.org::dcc44ee8-6a65-4538-a5e1-c87e14ca7a61" providerId="AD" clId="Web-{6014D375-978A-3D61-3F67-6AD4F1C1FE5A}" dt="2023-10-07T08:38:23.477" v="30"/>
        <pc:sldMkLst>
          <pc:docMk/>
          <pc:sldMk cId="1858385530" sldId="455"/>
        </pc:sldMkLst>
      </pc:sldChg>
      <pc:sldChg chg="del">
        <pc:chgData name="Suraj Chopade" userId="S::suraj.chopade@bostoninstituteofanalytics.org::dcc44ee8-6a65-4538-a5e1-c87e14ca7a61" providerId="AD" clId="Web-{6014D375-978A-3D61-3F67-6AD4F1C1FE5A}" dt="2023-10-07T08:38:23.477" v="29"/>
        <pc:sldMkLst>
          <pc:docMk/>
          <pc:sldMk cId="1887600283" sldId="456"/>
        </pc:sldMkLst>
      </pc:sldChg>
      <pc:sldChg chg="del">
        <pc:chgData name="Suraj Chopade" userId="S::suraj.chopade@bostoninstituteofanalytics.org::dcc44ee8-6a65-4538-a5e1-c87e14ca7a61" providerId="AD" clId="Web-{6014D375-978A-3D61-3F67-6AD4F1C1FE5A}" dt="2023-10-07T08:38:23.477" v="28"/>
        <pc:sldMkLst>
          <pc:docMk/>
          <pc:sldMk cId="712815863" sldId="457"/>
        </pc:sldMkLst>
      </pc:sldChg>
      <pc:sldChg chg="del">
        <pc:chgData name="Suraj Chopade" userId="S::suraj.chopade@bostoninstituteofanalytics.org::dcc44ee8-6a65-4538-a5e1-c87e14ca7a61" providerId="AD" clId="Web-{6014D375-978A-3D61-3F67-6AD4F1C1FE5A}" dt="2023-10-07T08:38:23.477" v="27"/>
        <pc:sldMkLst>
          <pc:docMk/>
          <pc:sldMk cId="1830708" sldId="458"/>
        </pc:sldMkLst>
      </pc:sldChg>
      <pc:sldChg chg="del">
        <pc:chgData name="Suraj Chopade" userId="S::suraj.chopade@bostoninstituteofanalytics.org::dcc44ee8-6a65-4538-a5e1-c87e14ca7a61" providerId="AD" clId="Web-{6014D375-978A-3D61-3F67-6AD4F1C1FE5A}" dt="2023-10-07T08:38:23.477" v="26"/>
        <pc:sldMkLst>
          <pc:docMk/>
          <pc:sldMk cId="2059826743" sldId="460"/>
        </pc:sldMkLst>
      </pc:sldChg>
      <pc:sldChg chg="del">
        <pc:chgData name="Suraj Chopade" userId="S::suraj.chopade@bostoninstituteofanalytics.org::dcc44ee8-6a65-4538-a5e1-c87e14ca7a61" providerId="AD" clId="Web-{6014D375-978A-3D61-3F67-6AD4F1C1FE5A}" dt="2023-10-07T08:38:23.477" v="24"/>
        <pc:sldMkLst>
          <pc:docMk/>
          <pc:sldMk cId="702833047" sldId="461"/>
        </pc:sldMkLst>
      </pc:sldChg>
      <pc:sldChg chg="del">
        <pc:chgData name="Suraj Chopade" userId="S::suraj.chopade@bostoninstituteofanalytics.org::dcc44ee8-6a65-4538-a5e1-c87e14ca7a61" providerId="AD" clId="Web-{6014D375-978A-3D61-3F67-6AD4F1C1FE5A}" dt="2023-10-07T08:38:23.477" v="25"/>
        <pc:sldMkLst>
          <pc:docMk/>
          <pc:sldMk cId="4117235266" sldId="462"/>
        </pc:sldMkLst>
      </pc:sldChg>
      <pc:sldChg chg="del">
        <pc:chgData name="Suraj Chopade" userId="S::suraj.chopade@bostoninstituteofanalytics.org::dcc44ee8-6a65-4538-a5e1-c87e14ca7a61" providerId="AD" clId="Web-{6014D375-978A-3D61-3F67-6AD4F1C1FE5A}" dt="2023-10-07T08:38:23.477" v="23"/>
        <pc:sldMkLst>
          <pc:docMk/>
          <pc:sldMk cId="3850761227" sldId="463"/>
        </pc:sldMkLst>
      </pc:sldChg>
      <pc:sldChg chg="del">
        <pc:chgData name="Suraj Chopade" userId="S::suraj.chopade@bostoninstituteofanalytics.org::dcc44ee8-6a65-4538-a5e1-c87e14ca7a61" providerId="AD" clId="Web-{6014D375-978A-3D61-3F67-6AD4F1C1FE5A}" dt="2023-10-07T08:38:23.477" v="22"/>
        <pc:sldMkLst>
          <pc:docMk/>
          <pc:sldMk cId="835093248" sldId="464"/>
        </pc:sldMkLst>
      </pc:sldChg>
      <pc:sldChg chg="del">
        <pc:chgData name="Suraj Chopade" userId="S::suraj.chopade@bostoninstituteofanalytics.org::dcc44ee8-6a65-4538-a5e1-c87e14ca7a61" providerId="AD" clId="Web-{6014D375-978A-3D61-3F67-6AD4F1C1FE5A}" dt="2023-10-07T08:38:23.477" v="21"/>
        <pc:sldMkLst>
          <pc:docMk/>
          <pc:sldMk cId="1494545723" sldId="465"/>
        </pc:sldMkLst>
      </pc:sldChg>
      <pc:sldChg chg="del">
        <pc:chgData name="Suraj Chopade" userId="S::suraj.chopade@bostoninstituteofanalytics.org::dcc44ee8-6a65-4538-a5e1-c87e14ca7a61" providerId="AD" clId="Web-{6014D375-978A-3D61-3F67-6AD4F1C1FE5A}" dt="2023-10-07T08:38:23.477" v="20"/>
        <pc:sldMkLst>
          <pc:docMk/>
          <pc:sldMk cId="2989528000" sldId="466"/>
        </pc:sldMkLst>
      </pc:sldChg>
      <pc:sldChg chg="del">
        <pc:chgData name="Suraj Chopade" userId="S::suraj.chopade@bostoninstituteofanalytics.org::dcc44ee8-6a65-4538-a5e1-c87e14ca7a61" providerId="AD" clId="Web-{6014D375-978A-3D61-3F67-6AD4F1C1FE5A}" dt="2023-10-07T08:38:23.461" v="19"/>
        <pc:sldMkLst>
          <pc:docMk/>
          <pc:sldMk cId="2616984097" sldId="467"/>
        </pc:sldMkLst>
      </pc:sldChg>
      <pc:sldChg chg="del">
        <pc:chgData name="Suraj Chopade" userId="S::suraj.chopade@bostoninstituteofanalytics.org::dcc44ee8-6a65-4538-a5e1-c87e14ca7a61" providerId="AD" clId="Web-{6014D375-978A-3D61-3F67-6AD4F1C1FE5A}" dt="2023-10-07T08:38:23.461" v="17"/>
        <pc:sldMkLst>
          <pc:docMk/>
          <pc:sldMk cId="216333241" sldId="468"/>
        </pc:sldMkLst>
      </pc:sldChg>
      <pc:sldChg chg="del">
        <pc:chgData name="Suraj Chopade" userId="S::suraj.chopade@bostoninstituteofanalytics.org::dcc44ee8-6a65-4538-a5e1-c87e14ca7a61" providerId="AD" clId="Web-{6014D375-978A-3D61-3F67-6AD4F1C1FE5A}" dt="2023-10-07T08:38:23.461" v="18"/>
        <pc:sldMkLst>
          <pc:docMk/>
          <pc:sldMk cId="1610639289" sldId="469"/>
        </pc:sldMkLst>
      </pc:sldChg>
      <pc:sldChg chg="del">
        <pc:chgData name="Suraj Chopade" userId="S::suraj.chopade@bostoninstituteofanalytics.org::dcc44ee8-6a65-4538-a5e1-c87e14ca7a61" providerId="AD" clId="Web-{6014D375-978A-3D61-3F67-6AD4F1C1FE5A}" dt="2023-10-07T08:38:23.461" v="16"/>
        <pc:sldMkLst>
          <pc:docMk/>
          <pc:sldMk cId="1739691860" sldId="470"/>
        </pc:sldMkLst>
      </pc:sldChg>
      <pc:sldChg chg="del">
        <pc:chgData name="Suraj Chopade" userId="S::suraj.chopade@bostoninstituteofanalytics.org::dcc44ee8-6a65-4538-a5e1-c87e14ca7a61" providerId="AD" clId="Web-{6014D375-978A-3D61-3F67-6AD4F1C1FE5A}" dt="2023-10-07T08:38:23.461" v="15"/>
        <pc:sldMkLst>
          <pc:docMk/>
          <pc:sldMk cId="3125042556" sldId="471"/>
        </pc:sldMkLst>
      </pc:sldChg>
      <pc:sldChg chg="del">
        <pc:chgData name="Suraj Chopade" userId="S::suraj.chopade@bostoninstituteofanalytics.org::dcc44ee8-6a65-4538-a5e1-c87e14ca7a61" providerId="AD" clId="Web-{6014D375-978A-3D61-3F67-6AD4F1C1FE5A}" dt="2023-10-07T08:38:23.461" v="14"/>
        <pc:sldMkLst>
          <pc:docMk/>
          <pc:sldMk cId="153477659" sldId="472"/>
        </pc:sldMkLst>
      </pc:sldChg>
      <pc:sldChg chg="del">
        <pc:chgData name="Suraj Chopade" userId="S::suraj.chopade@bostoninstituteofanalytics.org::dcc44ee8-6a65-4538-a5e1-c87e14ca7a61" providerId="AD" clId="Web-{6014D375-978A-3D61-3F67-6AD4F1C1FE5A}" dt="2023-10-07T08:38:23.461" v="13"/>
        <pc:sldMkLst>
          <pc:docMk/>
          <pc:sldMk cId="3663966234" sldId="473"/>
        </pc:sldMkLst>
      </pc:sldChg>
      <pc:sldChg chg="del">
        <pc:chgData name="Suraj Chopade" userId="S::suraj.chopade@bostoninstituteofanalytics.org::dcc44ee8-6a65-4538-a5e1-c87e14ca7a61" providerId="AD" clId="Web-{6014D375-978A-3D61-3F67-6AD4F1C1FE5A}" dt="2023-10-07T08:38:23.461" v="12"/>
        <pc:sldMkLst>
          <pc:docMk/>
          <pc:sldMk cId="2092177511" sldId="474"/>
        </pc:sldMkLst>
      </pc:sldChg>
      <pc:sldChg chg="del">
        <pc:chgData name="Suraj Chopade" userId="S::suraj.chopade@bostoninstituteofanalytics.org::dcc44ee8-6a65-4538-a5e1-c87e14ca7a61" providerId="AD" clId="Web-{6014D375-978A-3D61-3F67-6AD4F1C1FE5A}" dt="2023-10-07T08:38:23.461" v="11"/>
        <pc:sldMkLst>
          <pc:docMk/>
          <pc:sldMk cId="3546852592" sldId="475"/>
        </pc:sldMkLst>
      </pc:sldChg>
      <pc:sldChg chg="del">
        <pc:chgData name="Suraj Chopade" userId="S::suraj.chopade@bostoninstituteofanalytics.org::dcc44ee8-6a65-4538-a5e1-c87e14ca7a61" providerId="AD" clId="Web-{6014D375-978A-3D61-3F67-6AD4F1C1FE5A}" dt="2023-10-07T08:38:23.461" v="10"/>
        <pc:sldMkLst>
          <pc:docMk/>
          <pc:sldMk cId="424723153" sldId="476"/>
        </pc:sldMkLst>
      </pc:sldChg>
      <pc:sldChg chg="del">
        <pc:chgData name="Suraj Chopade" userId="S::suraj.chopade@bostoninstituteofanalytics.org::dcc44ee8-6a65-4538-a5e1-c87e14ca7a61" providerId="AD" clId="Web-{6014D375-978A-3D61-3F67-6AD4F1C1FE5A}" dt="2023-10-07T08:38:23.461" v="9"/>
        <pc:sldMkLst>
          <pc:docMk/>
          <pc:sldMk cId="1108611396" sldId="477"/>
        </pc:sldMkLst>
      </pc:sldChg>
      <pc:sldChg chg="del">
        <pc:chgData name="Suraj Chopade" userId="S::suraj.chopade@bostoninstituteofanalytics.org::dcc44ee8-6a65-4538-a5e1-c87e14ca7a61" providerId="AD" clId="Web-{6014D375-978A-3D61-3F67-6AD4F1C1FE5A}" dt="2023-10-07T08:38:23.446" v="8"/>
        <pc:sldMkLst>
          <pc:docMk/>
          <pc:sldMk cId="4263391213" sldId="478"/>
        </pc:sldMkLst>
      </pc:sldChg>
      <pc:sldChg chg="del">
        <pc:chgData name="Suraj Chopade" userId="S::suraj.chopade@bostoninstituteofanalytics.org::dcc44ee8-6a65-4538-a5e1-c87e14ca7a61" providerId="AD" clId="Web-{6014D375-978A-3D61-3F67-6AD4F1C1FE5A}" dt="2023-10-07T08:38:23.446" v="7"/>
        <pc:sldMkLst>
          <pc:docMk/>
          <pc:sldMk cId="714322308" sldId="479"/>
        </pc:sldMkLst>
      </pc:sldChg>
      <pc:sldChg chg="del">
        <pc:chgData name="Suraj Chopade" userId="S::suraj.chopade@bostoninstituteofanalytics.org::dcc44ee8-6a65-4538-a5e1-c87e14ca7a61" providerId="AD" clId="Web-{6014D375-978A-3D61-3F67-6AD4F1C1FE5A}" dt="2023-10-07T08:38:23.446" v="6"/>
        <pc:sldMkLst>
          <pc:docMk/>
          <pc:sldMk cId="610523756" sldId="480"/>
        </pc:sldMkLst>
      </pc:sldChg>
      <pc:sldChg chg="del">
        <pc:chgData name="Suraj Chopade" userId="S::suraj.chopade@bostoninstituteofanalytics.org::dcc44ee8-6a65-4538-a5e1-c87e14ca7a61" providerId="AD" clId="Web-{6014D375-978A-3D61-3F67-6AD4F1C1FE5A}" dt="2023-10-07T08:38:23.446" v="5"/>
        <pc:sldMkLst>
          <pc:docMk/>
          <pc:sldMk cId="1606824909" sldId="481"/>
        </pc:sldMkLst>
      </pc:sldChg>
      <pc:sldChg chg="del">
        <pc:chgData name="Suraj Chopade" userId="S::suraj.chopade@bostoninstituteofanalytics.org::dcc44ee8-6a65-4538-a5e1-c87e14ca7a61" providerId="AD" clId="Web-{6014D375-978A-3D61-3F67-6AD4F1C1FE5A}" dt="2023-10-07T08:38:23.446" v="4"/>
        <pc:sldMkLst>
          <pc:docMk/>
          <pc:sldMk cId="3717048252" sldId="482"/>
        </pc:sldMkLst>
      </pc:sldChg>
      <pc:sldChg chg="del">
        <pc:chgData name="Suraj Chopade" userId="S::suraj.chopade@bostoninstituteofanalytics.org::dcc44ee8-6a65-4538-a5e1-c87e14ca7a61" providerId="AD" clId="Web-{6014D375-978A-3D61-3F67-6AD4F1C1FE5A}" dt="2023-10-07T08:38:23.446" v="3"/>
        <pc:sldMkLst>
          <pc:docMk/>
          <pc:sldMk cId="2884690960" sldId="483"/>
        </pc:sldMkLst>
      </pc:sldChg>
      <pc:sldChg chg="modSp add">
        <pc:chgData name="Suraj Chopade" userId="S::suraj.chopade@bostoninstituteofanalytics.org::dcc44ee8-6a65-4538-a5e1-c87e14ca7a61" providerId="AD" clId="Web-{6014D375-978A-3D61-3F67-6AD4F1C1FE5A}" dt="2023-10-07T08:47:01.949" v="321" actId="1076"/>
        <pc:sldMkLst>
          <pc:docMk/>
          <pc:sldMk cId="4076578880" sldId="484"/>
        </pc:sldMkLst>
      </pc:sldChg>
      <pc:sldChg chg="addSp delSp modSp add">
        <pc:chgData name="Suraj Chopade" userId="S::suraj.chopade@bostoninstituteofanalytics.org::dcc44ee8-6a65-4538-a5e1-c87e14ca7a61" providerId="AD" clId="Web-{6014D375-978A-3D61-3F67-6AD4F1C1FE5A}" dt="2023-10-07T08:44:17.021" v="277" actId="1076"/>
        <pc:sldMkLst>
          <pc:docMk/>
          <pc:sldMk cId="3582198988" sldId="485"/>
        </pc:sldMkLst>
      </pc:sldChg>
      <pc:sldChg chg="add">
        <pc:chgData name="Suraj Chopade" userId="S::suraj.chopade@bostoninstituteofanalytics.org::dcc44ee8-6a65-4538-a5e1-c87e14ca7a61" providerId="AD" clId="Web-{6014D375-978A-3D61-3F67-6AD4F1C1FE5A}" dt="2023-10-07T08:38:08.179" v="2"/>
        <pc:sldMkLst>
          <pc:docMk/>
          <pc:sldMk cId="3025139516" sldId="486"/>
        </pc:sldMkLst>
      </pc:sldChg>
      <pc:sldChg chg="delSp modSp add replId">
        <pc:chgData name="Suraj Chopade" userId="S::suraj.chopade@bostoninstituteofanalytics.org::dcc44ee8-6a65-4538-a5e1-c87e14ca7a61" providerId="AD" clId="Web-{6014D375-978A-3D61-3F67-6AD4F1C1FE5A}" dt="2023-10-07T09:02:30.410" v="391" actId="1076"/>
        <pc:sldMkLst>
          <pc:docMk/>
          <pc:sldMk cId="170298293" sldId="487"/>
        </pc:sldMkLst>
      </pc:sldChg>
      <pc:sldChg chg="modSp add replId">
        <pc:chgData name="Suraj Chopade" userId="S::suraj.chopade@bostoninstituteofanalytics.org::dcc44ee8-6a65-4538-a5e1-c87e14ca7a61" providerId="AD" clId="Web-{6014D375-978A-3D61-3F67-6AD4F1C1FE5A}" dt="2023-10-07T09:05:03.994" v="434" actId="1076"/>
        <pc:sldMkLst>
          <pc:docMk/>
          <pc:sldMk cId="2393680182" sldId="488"/>
        </pc:sldMkLst>
      </pc:sldChg>
      <pc:sldChg chg="addSp modSp add replId">
        <pc:chgData name="Suraj Chopade" userId="S::suraj.chopade@bostoninstituteofanalytics.org::dcc44ee8-6a65-4538-a5e1-c87e14ca7a61" providerId="AD" clId="Web-{6014D375-978A-3D61-3F67-6AD4F1C1FE5A}" dt="2023-10-07T09:27:25.726" v="443" actId="1076"/>
        <pc:sldMkLst>
          <pc:docMk/>
          <pc:sldMk cId="1794145806" sldId="489"/>
        </pc:sldMkLst>
      </pc:sldChg>
      <pc:sldChg chg="addSp delSp modSp add ord replId">
        <pc:chgData name="Suraj Chopade" userId="S::suraj.chopade@bostoninstituteofanalytics.org::dcc44ee8-6a65-4538-a5e1-c87e14ca7a61" providerId="AD" clId="Web-{6014D375-978A-3D61-3F67-6AD4F1C1FE5A}" dt="2023-10-07T09:44:14.794" v="609" actId="20577"/>
        <pc:sldMkLst>
          <pc:docMk/>
          <pc:sldMk cId="1281757821" sldId="490"/>
        </pc:sldMkLst>
      </pc:sldChg>
      <pc:sldChg chg="modSp add ord replId">
        <pc:chgData name="Suraj Chopade" userId="S::suraj.chopade@bostoninstituteofanalytics.org::dcc44ee8-6a65-4538-a5e1-c87e14ca7a61" providerId="AD" clId="Web-{6014D375-978A-3D61-3F67-6AD4F1C1FE5A}" dt="2023-10-07T09:39:23.580" v="559" actId="20577"/>
        <pc:sldMkLst>
          <pc:docMk/>
          <pc:sldMk cId="3802794363" sldId="491"/>
        </pc:sldMkLst>
      </pc:sldChg>
      <pc:sldChg chg="modSp add ord replId">
        <pc:chgData name="Suraj Chopade" userId="S::suraj.chopade@bostoninstituteofanalytics.org::dcc44ee8-6a65-4538-a5e1-c87e14ca7a61" providerId="AD" clId="Web-{6014D375-978A-3D61-3F67-6AD4F1C1FE5A}" dt="2023-10-07T09:44:31.982" v="610"/>
        <pc:sldMkLst>
          <pc:docMk/>
          <pc:sldMk cId="15428375" sldId="492"/>
        </pc:sldMkLst>
      </pc:sldChg>
      <pc:sldChg chg="addSp delSp modSp add replId">
        <pc:chgData name="Suraj Chopade" userId="S::suraj.chopade@bostoninstituteofanalytics.org::dcc44ee8-6a65-4538-a5e1-c87e14ca7a61" providerId="AD" clId="Web-{6014D375-978A-3D61-3F67-6AD4F1C1FE5A}" dt="2023-10-07T10:15:53.738" v="716" actId="1076"/>
        <pc:sldMkLst>
          <pc:docMk/>
          <pc:sldMk cId="2447148602" sldId="493"/>
        </pc:sldMkLst>
      </pc:sldChg>
      <pc:sldChg chg="add del replId">
        <pc:chgData name="Suraj Chopade" userId="S::suraj.chopade@bostoninstituteofanalytics.org::dcc44ee8-6a65-4538-a5e1-c87e14ca7a61" providerId="AD" clId="Web-{6014D375-978A-3D61-3F67-6AD4F1C1FE5A}" dt="2023-10-07T09:40:27.801" v="568"/>
        <pc:sldMkLst>
          <pc:docMk/>
          <pc:sldMk cId="4057172013" sldId="493"/>
        </pc:sldMkLst>
      </pc:sldChg>
      <pc:sldChg chg="addSp delSp modSp add replId">
        <pc:chgData name="Suraj Chopade" userId="S::suraj.chopade@bostoninstituteofanalytics.org::dcc44ee8-6a65-4538-a5e1-c87e14ca7a61" providerId="AD" clId="Web-{6014D375-978A-3D61-3F67-6AD4F1C1FE5A}" dt="2023-10-07T10:26:33.636" v="781" actId="1076"/>
        <pc:sldMkLst>
          <pc:docMk/>
          <pc:sldMk cId="3592800487" sldId="494"/>
        </pc:sldMkLst>
      </pc:sldChg>
      <pc:sldChg chg="add replId">
        <pc:chgData name="Suraj Chopade" userId="S::suraj.chopade@bostoninstituteofanalytics.org::dcc44ee8-6a65-4538-a5e1-c87e14ca7a61" providerId="AD" clId="Web-{6014D375-978A-3D61-3F67-6AD4F1C1FE5A}" dt="2023-10-07T10:17:06.021" v="717"/>
        <pc:sldMkLst>
          <pc:docMk/>
          <pc:sldMk cId="3469038299" sldId="495"/>
        </pc:sldMkLst>
      </pc:sldChg>
      <pc:sldChg chg="modSp add ord replId modNotes">
        <pc:chgData name="Suraj Chopade" userId="S::suraj.chopade@bostoninstituteofanalytics.org::dcc44ee8-6a65-4538-a5e1-c87e14ca7a61" providerId="AD" clId="Web-{6014D375-978A-3D61-3F67-6AD4F1C1FE5A}" dt="2023-10-07T11:30:27.996" v="972"/>
        <pc:sldMkLst>
          <pc:docMk/>
          <pc:sldMk cId="3658381137" sldId="496"/>
        </pc:sldMkLst>
      </pc:sldChg>
      <pc:sldChg chg="addSp modSp add replId modNotes">
        <pc:chgData name="Suraj Chopade" userId="S::suraj.chopade@bostoninstituteofanalytics.org::dcc44ee8-6a65-4538-a5e1-c87e14ca7a61" providerId="AD" clId="Web-{6014D375-978A-3D61-3F67-6AD4F1C1FE5A}" dt="2023-10-07T12:03:53.026" v="1164"/>
        <pc:sldMkLst>
          <pc:docMk/>
          <pc:sldMk cId="2004310942" sldId="497"/>
        </pc:sldMkLst>
      </pc:sldChg>
      <pc:sldChg chg="add del replId">
        <pc:chgData name="Suraj Chopade" userId="S::suraj.chopade@bostoninstituteofanalytics.org::dcc44ee8-6a65-4538-a5e1-c87e14ca7a61" providerId="AD" clId="Web-{6014D375-978A-3D61-3F67-6AD4F1C1FE5A}" dt="2023-10-07T10:45:44.938" v="793"/>
        <pc:sldMkLst>
          <pc:docMk/>
          <pc:sldMk cId="2005875983" sldId="497"/>
        </pc:sldMkLst>
      </pc:sldChg>
      <pc:sldChg chg="modSp add ord replId modNotes">
        <pc:chgData name="Suraj Chopade" userId="S::suraj.chopade@bostoninstituteofanalytics.org::dcc44ee8-6a65-4538-a5e1-c87e14ca7a61" providerId="AD" clId="Web-{6014D375-978A-3D61-3F67-6AD4F1C1FE5A}" dt="2023-10-07T12:03:56.354" v="1166"/>
        <pc:sldMkLst>
          <pc:docMk/>
          <pc:sldMk cId="988374458" sldId="498"/>
        </pc:sldMkLst>
      </pc:sldChg>
      <pc:sldChg chg="modSp add replId">
        <pc:chgData name="Suraj Chopade" userId="S::suraj.chopade@bostoninstituteofanalytics.org::dcc44ee8-6a65-4538-a5e1-c87e14ca7a61" providerId="AD" clId="Web-{6014D375-978A-3D61-3F67-6AD4F1C1FE5A}" dt="2023-10-07T11:41:11.884" v="1117" actId="20577"/>
        <pc:sldMkLst>
          <pc:docMk/>
          <pc:sldMk cId="578900116" sldId="499"/>
        </pc:sldMkLst>
      </pc:sldChg>
      <pc:sldChg chg="modSp add replId modNotes">
        <pc:chgData name="Suraj Chopade" userId="S::suraj.chopade@bostoninstituteofanalytics.org::dcc44ee8-6a65-4538-a5e1-c87e14ca7a61" providerId="AD" clId="Web-{6014D375-978A-3D61-3F67-6AD4F1C1FE5A}" dt="2023-10-07T12:03:11.384" v="1156"/>
        <pc:sldMkLst>
          <pc:docMk/>
          <pc:sldMk cId="1360406204" sldId="500"/>
        </pc:sldMkLst>
      </pc:sldChg>
      <pc:sldChg chg="addSp delSp modSp add replId modNotes">
        <pc:chgData name="Suraj Chopade" userId="S::suraj.chopade@bostoninstituteofanalytics.org::dcc44ee8-6a65-4538-a5e1-c87e14ca7a61" providerId="AD" clId="Web-{6014D375-978A-3D61-3F67-6AD4F1C1FE5A}" dt="2023-10-07T12:03:07.712" v="1155"/>
        <pc:sldMkLst>
          <pc:docMk/>
          <pc:sldMk cId="518322288" sldId="501"/>
        </pc:sldMkLst>
      </pc:sldChg>
      <pc:sldChg chg="modSp add replId modNotes">
        <pc:chgData name="Suraj Chopade" userId="S::suraj.chopade@bostoninstituteofanalytics.org::dcc44ee8-6a65-4538-a5e1-c87e14ca7a61" providerId="AD" clId="Web-{6014D375-978A-3D61-3F67-6AD4F1C1FE5A}" dt="2023-10-07T12:03:03.915" v="1154"/>
        <pc:sldMkLst>
          <pc:docMk/>
          <pc:sldMk cId="2194005509" sldId="502"/>
        </pc:sldMkLst>
      </pc:sldChg>
      <pc:sldChg chg="modSp add replId">
        <pc:chgData name="Suraj Chopade" userId="S::suraj.chopade@bostoninstituteofanalytics.org::dcc44ee8-6a65-4538-a5e1-c87e14ca7a61" providerId="AD" clId="Web-{6014D375-978A-3D61-3F67-6AD4F1C1FE5A}" dt="2023-10-07T12:25:30.205" v="1180" actId="20577"/>
        <pc:sldMkLst>
          <pc:docMk/>
          <pc:sldMk cId="1122122428" sldId="503"/>
        </pc:sldMkLst>
      </pc:sldChg>
    </pc:docChg>
  </pc:docChgLst>
  <pc:docChgLst>
    <pc:chgData name="Suraj Chopade" userId="S::suraj.chopade@bostoninstituteofanalytics.org::dcc44ee8-6a65-4538-a5e1-c87e14ca7a61" providerId="AD" clId="Web-{39DB501E-FFF4-78BA-F345-54CE7B5191BB}"/>
    <pc:docChg chg="addSld delSld modSld sldOrd">
      <pc:chgData name="Suraj Chopade" userId="S::suraj.chopade@bostoninstituteofanalytics.org::dcc44ee8-6a65-4538-a5e1-c87e14ca7a61" providerId="AD" clId="Web-{39DB501E-FFF4-78BA-F345-54CE7B5191BB}" dt="2023-10-10T08:52:44.046" v="761" actId="1076"/>
      <pc:docMkLst>
        <pc:docMk/>
      </pc:docMkLst>
      <pc:sldChg chg="modSp">
        <pc:chgData name="Suraj Chopade" userId="S::suraj.chopade@bostoninstituteofanalytics.org::dcc44ee8-6a65-4538-a5e1-c87e14ca7a61" providerId="AD" clId="Web-{39DB501E-FFF4-78BA-F345-54CE7B5191BB}" dt="2023-10-10T07:33:54.848" v="37" actId="20577"/>
        <pc:sldMkLst>
          <pc:docMk/>
          <pc:sldMk cId="578900116" sldId="499"/>
        </pc:sldMkLst>
      </pc:sldChg>
      <pc:sldChg chg="del">
        <pc:chgData name="Suraj Chopade" userId="S::suraj.chopade@bostoninstituteofanalytics.org::dcc44ee8-6a65-4538-a5e1-c87e14ca7a61" providerId="AD" clId="Web-{39DB501E-FFF4-78BA-F345-54CE7B5191BB}" dt="2023-10-10T07:34:04.364" v="39"/>
        <pc:sldMkLst>
          <pc:docMk/>
          <pc:sldMk cId="1360406204" sldId="500"/>
        </pc:sldMkLst>
      </pc:sldChg>
      <pc:sldChg chg="del">
        <pc:chgData name="Suraj Chopade" userId="S::suraj.chopade@bostoninstituteofanalytics.org::dcc44ee8-6a65-4538-a5e1-c87e14ca7a61" providerId="AD" clId="Web-{39DB501E-FFF4-78BA-F345-54CE7B5191BB}" dt="2023-10-10T07:34:04.380" v="40"/>
        <pc:sldMkLst>
          <pc:docMk/>
          <pc:sldMk cId="3429011494" sldId="507"/>
        </pc:sldMkLst>
      </pc:sldChg>
      <pc:sldChg chg="addSp delSp modSp add replId">
        <pc:chgData name="Suraj Chopade" userId="S::suraj.chopade@bostoninstituteofanalytics.org::dcc44ee8-6a65-4538-a5e1-c87e14ca7a61" providerId="AD" clId="Web-{39DB501E-FFF4-78BA-F345-54CE7B5191BB}" dt="2023-10-10T07:36:36.664" v="68"/>
        <pc:sldMkLst>
          <pc:docMk/>
          <pc:sldMk cId="1938717767" sldId="508"/>
        </pc:sldMkLst>
      </pc:sldChg>
      <pc:sldChg chg="addSp delSp modSp add replId">
        <pc:chgData name="Suraj Chopade" userId="S::suraj.chopade@bostoninstituteofanalytics.org::dcc44ee8-6a65-4538-a5e1-c87e14ca7a61" providerId="AD" clId="Web-{39DB501E-FFF4-78BA-F345-54CE7B5191BB}" dt="2023-10-10T07:39:23.089" v="127" actId="14100"/>
        <pc:sldMkLst>
          <pc:docMk/>
          <pc:sldMk cId="1504108184" sldId="509"/>
        </pc:sldMkLst>
      </pc:sldChg>
      <pc:sldChg chg="addSp delSp modSp add replId">
        <pc:chgData name="Suraj Chopade" userId="S::suraj.chopade@bostoninstituteofanalytics.org::dcc44ee8-6a65-4538-a5e1-c87e14ca7a61" providerId="AD" clId="Web-{39DB501E-FFF4-78BA-F345-54CE7B5191BB}" dt="2023-10-10T07:43:48.969" v="157" actId="1076"/>
        <pc:sldMkLst>
          <pc:docMk/>
          <pc:sldMk cId="2000376747" sldId="510"/>
        </pc:sldMkLst>
      </pc:sldChg>
      <pc:sldChg chg="addSp delSp modSp add replId">
        <pc:chgData name="Suraj Chopade" userId="S::suraj.chopade@bostoninstituteofanalytics.org::dcc44ee8-6a65-4538-a5e1-c87e14ca7a61" providerId="AD" clId="Web-{39DB501E-FFF4-78BA-F345-54CE7B5191BB}" dt="2023-10-10T07:48:32.240" v="201" actId="1076"/>
        <pc:sldMkLst>
          <pc:docMk/>
          <pc:sldMk cId="561905179" sldId="511"/>
        </pc:sldMkLst>
      </pc:sldChg>
      <pc:sldChg chg="addSp delSp modSp add replId">
        <pc:chgData name="Suraj Chopade" userId="S::suraj.chopade@bostoninstituteofanalytics.org::dcc44ee8-6a65-4538-a5e1-c87e14ca7a61" providerId="AD" clId="Web-{39DB501E-FFF4-78BA-F345-54CE7B5191BB}" dt="2023-10-10T07:53:33.730" v="270"/>
        <pc:sldMkLst>
          <pc:docMk/>
          <pc:sldMk cId="3610067102" sldId="512"/>
        </pc:sldMkLst>
      </pc:sldChg>
      <pc:sldChg chg="modSp add replId">
        <pc:chgData name="Suraj Chopade" userId="S::suraj.chopade@bostoninstituteofanalytics.org::dcc44ee8-6a65-4538-a5e1-c87e14ca7a61" providerId="AD" clId="Web-{39DB501E-FFF4-78BA-F345-54CE7B5191BB}" dt="2023-10-10T07:56:23.311" v="310" actId="1076"/>
        <pc:sldMkLst>
          <pc:docMk/>
          <pc:sldMk cId="1329303612" sldId="513"/>
        </pc:sldMkLst>
      </pc:sldChg>
      <pc:sldChg chg="addSp delSp modSp add replId">
        <pc:chgData name="Suraj Chopade" userId="S::suraj.chopade@bostoninstituteofanalytics.org::dcc44ee8-6a65-4538-a5e1-c87e14ca7a61" providerId="AD" clId="Web-{39DB501E-FFF4-78BA-F345-54CE7B5191BB}" dt="2023-10-10T07:59:57.377" v="427" actId="20577"/>
        <pc:sldMkLst>
          <pc:docMk/>
          <pc:sldMk cId="3597375417" sldId="514"/>
        </pc:sldMkLst>
      </pc:sldChg>
      <pc:sldChg chg="addSp delSp modSp add ord replId">
        <pc:chgData name="Suraj Chopade" userId="S::suraj.chopade@bostoninstituteofanalytics.org::dcc44ee8-6a65-4538-a5e1-c87e14ca7a61" providerId="AD" clId="Web-{39DB501E-FFF4-78BA-F345-54CE7B5191BB}" dt="2023-10-10T08:05:52.228" v="499" actId="1076"/>
        <pc:sldMkLst>
          <pc:docMk/>
          <pc:sldMk cId="2209605686" sldId="515"/>
        </pc:sldMkLst>
      </pc:sldChg>
      <pc:sldChg chg="addSp delSp modSp add replId">
        <pc:chgData name="Suraj Chopade" userId="S::suraj.chopade@bostoninstituteofanalytics.org::dcc44ee8-6a65-4538-a5e1-c87e14ca7a61" providerId="AD" clId="Web-{39DB501E-FFF4-78BA-F345-54CE7B5191BB}" dt="2023-10-10T08:09:05.388" v="525" actId="20577"/>
        <pc:sldMkLst>
          <pc:docMk/>
          <pc:sldMk cId="1659917688" sldId="516"/>
        </pc:sldMkLst>
      </pc:sldChg>
      <pc:sldChg chg="modSp add replId">
        <pc:chgData name="Suraj Chopade" userId="S::suraj.chopade@bostoninstituteofanalytics.org::dcc44ee8-6a65-4538-a5e1-c87e14ca7a61" providerId="AD" clId="Web-{39DB501E-FFF4-78BA-F345-54CE7B5191BB}" dt="2023-10-10T08:24:38.983" v="562" actId="20577"/>
        <pc:sldMkLst>
          <pc:docMk/>
          <pc:sldMk cId="684558872" sldId="517"/>
        </pc:sldMkLst>
      </pc:sldChg>
      <pc:sldChg chg="addSp delSp modSp add replId">
        <pc:chgData name="Suraj Chopade" userId="S::suraj.chopade@bostoninstituteofanalytics.org::dcc44ee8-6a65-4538-a5e1-c87e14ca7a61" providerId="AD" clId="Web-{39DB501E-FFF4-78BA-F345-54CE7B5191BB}" dt="2023-10-10T08:32:21.914" v="656" actId="20577"/>
        <pc:sldMkLst>
          <pc:docMk/>
          <pc:sldMk cId="4208619478" sldId="518"/>
        </pc:sldMkLst>
      </pc:sldChg>
      <pc:sldChg chg="addSp delSp modSp add">
        <pc:chgData name="Suraj Chopade" userId="S::suraj.chopade@bostoninstituteofanalytics.org::dcc44ee8-6a65-4538-a5e1-c87e14ca7a61" providerId="AD" clId="Web-{39DB501E-FFF4-78BA-F345-54CE7B5191BB}" dt="2023-10-10T08:34:43.729" v="688" actId="1076"/>
        <pc:sldMkLst>
          <pc:docMk/>
          <pc:sldMk cId="968449266" sldId="519"/>
        </pc:sldMkLst>
      </pc:sldChg>
      <pc:sldChg chg="addSp delSp modSp add replId">
        <pc:chgData name="Suraj Chopade" userId="S::suraj.chopade@bostoninstituteofanalytics.org::dcc44ee8-6a65-4538-a5e1-c87e14ca7a61" providerId="AD" clId="Web-{39DB501E-FFF4-78BA-F345-54CE7B5191BB}" dt="2023-10-10T08:49:11.964" v="731" actId="1076"/>
        <pc:sldMkLst>
          <pc:docMk/>
          <pc:sldMk cId="3670373843" sldId="520"/>
        </pc:sldMkLst>
      </pc:sldChg>
      <pc:sldChg chg="addSp delSp modSp add replId">
        <pc:chgData name="Suraj Chopade" userId="S::suraj.chopade@bostoninstituteofanalytics.org::dcc44ee8-6a65-4538-a5e1-c87e14ca7a61" providerId="AD" clId="Web-{39DB501E-FFF4-78BA-F345-54CE7B5191BB}" dt="2023-10-10T08:52:44.046" v="761" actId="1076"/>
        <pc:sldMkLst>
          <pc:docMk/>
          <pc:sldMk cId="2931997580" sldId="521"/>
        </pc:sldMkLst>
      </pc:sldChg>
      <pc:sldChg chg="add del replId">
        <pc:chgData name="Suraj Chopade" userId="S::suraj.chopade@bostoninstituteofanalytics.org::dcc44ee8-6a65-4538-a5e1-c87e14ca7a61" providerId="AD" clId="Web-{39DB501E-FFF4-78BA-F345-54CE7B5191BB}" dt="2023-10-10T08:51:02.826" v="735"/>
        <pc:sldMkLst>
          <pc:docMk/>
          <pc:sldMk cId="1957087074" sldId="522"/>
        </pc:sldMkLst>
      </pc:sldChg>
    </pc:docChg>
  </pc:docChgLst>
  <pc:docChgLst>
    <pc:chgData name="Suraj Chopade" userId="S::suraj.chopade@bostoninstituteofanalytics.org::dcc44ee8-6a65-4538-a5e1-c87e14ca7a61" providerId="AD" clId="Web-{EC140BA5-AD7F-6FF0-5881-4B652472B751}"/>
    <pc:docChg chg="addSld modSld">
      <pc:chgData name="Suraj Chopade" userId="S::suraj.chopade@bostoninstituteofanalytics.org::dcc44ee8-6a65-4538-a5e1-c87e14ca7a61" providerId="AD" clId="Web-{EC140BA5-AD7F-6FF0-5881-4B652472B751}" dt="2023-10-10T06:59:42.373" v="122" actId="20577"/>
      <pc:docMkLst>
        <pc:docMk/>
      </pc:docMkLst>
      <pc:sldChg chg="addSp delSp modSp add replId modNotes">
        <pc:chgData name="Suraj Chopade" userId="S::suraj.chopade@bostoninstituteofanalytics.org::dcc44ee8-6a65-4538-a5e1-c87e14ca7a61" providerId="AD" clId="Web-{EC140BA5-AD7F-6FF0-5881-4B652472B751}" dt="2023-10-10T06:58:44.605" v="97" actId="1076"/>
        <pc:sldMkLst>
          <pc:docMk/>
          <pc:sldMk cId="2101259226" sldId="521"/>
        </pc:sldMkLst>
      </pc:sldChg>
      <pc:sldChg chg="modSp add replId modNotes">
        <pc:chgData name="Suraj Chopade" userId="S::suraj.chopade@bostoninstituteofanalytics.org::dcc44ee8-6a65-4538-a5e1-c87e14ca7a61" providerId="AD" clId="Web-{EC140BA5-AD7F-6FF0-5881-4B652472B751}" dt="2023-10-10T06:59:42.373" v="122" actId="20577"/>
        <pc:sldMkLst>
          <pc:docMk/>
          <pc:sldMk cId="1749422253" sldId="522"/>
        </pc:sldMkLst>
      </pc:sldChg>
    </pc:docChg>
  </pc:docChgLst>
  <pc:docChgLst>
    <pc:chgData name="Suraj Chopade" userId="S::suraj.chopade@bostoninstituteofanalytics.org::dcc44ee8-6a65-4538-a5e1-c87e14ca7a61" providerId="AD" clId="Web-{287512FF-025C-8CF0-92E6-75D0CA8655A4}"/>
    <pc:docChg chg="addSld delSld modSld addMainMaster delMainMaster">
      <pc:chgData name="Suraj Chopade" userId="S::suraj.chopade@bostoninstituteofanalytics.org::dcc44ee8-6a65-4538-a5e1-c87e14ca7a61" providerId="AD" clId="Web-{287512FF-025C-8CF0-92E6-75D0CA8655A4}" dt="2023-10-11T08:41:58.717" v="310" actId="1076"/>
      <pc:docMkLst>
        <pc:docMk/>
      </pc:docMkLst>
      <pc:sldChg chg="mod modClrScheme chgLayout">
        <pc:chgData name="Suraj Chopade" userId="S::suraj.chopade@bostoninstituteofanalytics.org::dcc44ee8-6a65-4538-a5e1-c87e14ca7a61" providerId="AD" clId="Web-{287512FF-025C-8CF0-92E6-75D0CA8655A4}" dt="2023-10-11T07:50:58.291" v="195"/>
        <pc:sldMkLst>
          <pc:docMk/>
          <pc:sldMk cId="0" sldId="257"/>
        </pc:sldMkLst>
      </pc:sldChg>
      <pc:sldChg chg="modSp mod modClrScheme chgLayout">
        <pc:chgData name="Suraj Chopade" userId="S::suraj.chopade@bostoninstituteofanalytics.org::dcc44ee8-6a65-4538-a5e1-c87e14ca7a61" providerId="AD" clId="Web-{287512FF-025C-8CF0-92E6-75D0CA8655A4}" dt="2023-10-11T07:50:58.291" v="195"/>
        <pc:sldMkLst>
          <pc:docMk/>
          <pc:sldMk cId="2503897231" sldId="283"/>
        </pc:sldMkLst>
      </pc:sldChg>
      <pc:sldChg chg="modSp mod modClrScheme chgLayout">
        <pc:chgData name="Suraj Chopade" userId="S::suraj.chopade@bostoninstituteofanalytics.org::dcc44ee8-6a65-4538-a5e1-c87e14ca7a61" providerId="AD" clId="Web-{287512FF-025C-8CF0-92E6-75D0CA8655A4}" dt="2023-10-11T07:50:58.291" v="195"/>
        <pc:sldMkLst>
          <pc:docMk/>
          <pc:sldMk cId="4059647043" sldId="408"/>
        </pc:sldMkLst>
      </pc:sldChg>
      <pc:sldChg chg="mod modClrScheme chgLayout">
        <pc:chgData name="Suraj Chopade" userId="S::suraj.chopade@bostoninstituteofanalytics.org::dcc44ee8-6a65-4538-a5e1-c87e14ca7a61" providerId="AD" clId="Web-{287512FF-025C-8CF0-92E6-75D0CA8655A4}" dt="2023-10-11T07:50:58.291" v="195"/>
        <pc:sldMkLst>
          <pc:docMk/>
          <pc:sldMk cId="4076578880" sldId="484"/>
        </pc:sldMkLst>
      </pc:sldChg>
      <pc:sldChg chg="modSp mod modClrScheme chgLayout modNotes">
        <pc:chgData name="Suraj Chopade" userId="S::suraj.chopade@bostoninstituteofanalytics.org::dcc44ee8-6a65-4538-a5e1-c87e14ca7a61" providerId="AD" clId="Web-{287512FF-025C-8CF0-92E6-75D0CA8655A4}" dt="2023-10-11T07:50:58.291" v="195"/>
        <pc:sldMkLst>
          <pc:docMk/>
          <pc:sldMk cId="256933436" sldId="512"/>
        </pc:sldMkLst>
      </pc:sldChg>
      <pc:sldChg chg="mod modClrScheme chgLayout">
        <pc:chgData name="Suraj Chopade" userId="S::suraj.chopade@bostoninstituteofanalytics.org::dcc44ee8-6a65-4538-a5e1-c87e14ca7a61" providerId="AD" clId="Web-{287512FF-025C-8CF0-92E6-75D0CA8655A4}" dt="2023-10-11T07:50:58.291" v="195"/>
        <pc:sldMkLst>
          <pc:docMk/>
          <pc:sldMk cId="3080017173" sldId="513"/>
        </pc:sldMkLst>
      </pc:sldChg>
      <pc:sldChg chg="mod modClrScheme chgLayout">
        <pc:chgData name="Suraj Chopade" userId="S::suraj.chopade@bostoninstituteofanalytics.org::dcc44ee8-6a65-4538-a5e1-c87e14ca7a61" providerId="AD" clId="Web-{287512FF-025C-8CF0-92E6-75D0CA8655A4}" dt="2023-10-11T07:50:58.291" v="195"/>
        <pc:sldMkLst>
          <pc:docMk/>
          <pc:sldMk cId="3573858950" sldId="514"/>
        </pc:sldMkLst>
      </pc:sldChg>
      <pc:sldChg chg="mod modClrScheme chgLayout">
        <pc:chgData name="Suraj Chopade" userId="S::suraj.chopade@bostoninstituteofanalytics.org::dcc44ee8-6a65-4538-a5e1-c87e14ca7a61" providerId="AD" clId="Web-{287512FF-025C-8CF0-92E6-75D0CA8655A4}" dt="2023-10-11T07:50:58.291" v="195"/>
        <pc:sldMkLst>
          <pc:docMk/>
          <pc:sldMk cId="4217137610" sldId="515"/>
        </pc:sldMkLst>
      </pc:sldChg>
      <pc:sldChg chg="mod modClrScheme chgLayout">
        <pc:chgData name="Suraj Chopade" userId="S::suraj.chopade@bostoninstituteofanalytics.org::dcc44ee8-6a65-4538-a5e1-c87e14ca7a61" providerId="AD" clId="Web-{287512FF-025C-8CF0-92E6-75D0CA8655A4}" dt="2023-10-11T07:50:58.291" v="195"/>
        <pc:sldMkLst>
          <pc:docMk/>
          <pc:sldMk cId="1413599815" sldId="516"/>
        </pc:sldMkLst>
      </pc:sldChg>
      <pc:sldChg chg="addSp delSp modSp del mod setBg modClrScheme chgLayout">
        <pc:chgData name="Suraj Chopade" userId="S::suraj.chopade@bostoninstituteofanalytics.org::dcc44ee8-6a65-4538-a5e1-c87e14ca7a61" providerId="AD" clId="Web-{287512FF-025C-8CF0-92E6-75D0CA8655A4}" dt="2023-10-11T07:55:49.615" v="241"/>
        <pc:sldMkLst>
          <pc:docMk/>
          <pc:sldMk cId="68176441" sldId="517"/>
        </pc:sldMkLst>
      </pc:sldChg>
      <pc:sldChg chg="mod modClrScheme chgLayout">
        <pc:chgData name="Suraj Chopade" userId="S::suraj.chopade@bostoninstituteofanalytics.org::dcc44ee8-6a65-4538-a5e1-c87e14ca7a61" providerId="AD" clId="Web-{287512FF-025C-8CF0-92E6-75D0CA8655A4}" dt="2023-10-11T07:50:58.291" v="195"/>
        <pc:sldMkLst>
          <pc:docMk/>
          <pc:sldMk cId="978294003" sldId="518"/>
        </pc:sldMkLst>
      </pc:sldChg>
      <pc:sldChg chg="addSp delSp modSp add mod replId modClrScheme chgLayout">
        <pc:chgData name="Suraj Chopade" userId="S::suraj.chopade@bostoninstituteofanalytics.org::dcc44ee8-6a65-4538-a5e1-c87e14ca7a61" providerId="AD" clId="Web-{287512FF-025C-8CF0-92E6-75D0CA8655A4}" dt="2023-10-11T07:50:58.291" v="195"/>
        <pc:sldMkLst>
          <pc:docMk/>
          <pc:sldMk cId="3146570716" sldId="519"/>
        </pc:sldMkLst>
      </pc:sldChg>
      <pc:sldChg chg="modSp add mod replId modClrScheme chgLayout modNotes">
        <pc:chgData name="Suraj Chopade" userId="S::suraj.chopade@bostoninstituteofanalytics.org::dcc44ee8-6a65-4538-a5e1-c87e14ca7a61" providerId="AD" clId="Web-{287512FF-025C-8CF0-92E6-75D0CA8655A4}" dt="2023-10-11T07:50:58.291" v="195"/>
        <pc:sldMkLst>
          <pc:docMk/>
          <pc:sldMk cId="2584275484" sldId="520"/>
        </pc:sldMkLst>
      </pc:sldChg>
      <pc:sldChg chg="addSp delSp modSp add mod replId modClrScheme chgLayout modNotes">
        <pc:chgData name="Suraj Chopade" userId="S::suraj.chopade@bostoninstituteofanalytics.org::dcc44ee8-6a65-4538-a5e1-c87e14ca7a61" providerId="AD" clId="Web-{287512FF-025C-8CF0-92E6-75D0CA8655A4}" dt="2023-10-11T07:50:58.291" v="195"/>
        <pc:sldMkLst>
          <pc:docMk/>
          <pc:sldMk cId="812030640" sldId="521"/>
        </pc:sldMkLst>
      </pc:sldChg>
      <pc:sldChg chg="addSp delSp modSp add mod replId modClrScheme chgLayout modNotes">
        <pc:chgData name="Suraj Chopade" userId="S::suraj.chopade@bostoninstituteofanalytics.org::dcc44ee8-6a65-4538-a5e1-c87e14ca7a61" providerId="AD" clId="Web-{287512FF-025C-8CF0-92E6-75D0CA8655A4}" dt="2023-10-11T07:50:58.291" v="195"/>
        <pc:sldMkLst>
          <pc:docMk/>
          <pc:sldMk cId="1337093339" sldId="522"/>
        </pc:sldMkLst>
      </pc:sldChg>
      <pc:sldChg chg="addSp delSp modSp add mod replId modClrScheme chgLayout modNotes">
        <pc:chgData name="Suraj Chopade" userId="S::suraj.chopade@bostoninstituteofanalytics.org::dcc44ee8-6a65-4538-a5e1-c87e14ca7a61" providerId="AD" clId="Web-{287512FF-025C-8CF0-92E6-75D0CA8655A4}" dt="2023-10-11T07:50:58.291" v="195"/>
        <pc:sldMkLst>
          <pc:docMk/>
          <pc:sldMk cId="2496386567" sldId="523"/>
        </pc:sldMkLst>
      </pc:sldChg>
      <pc:sldChg chg="addSp delSp modSp add mod replId setBg modClrScheme delDesignElem chgLayout">
        <pc:chgData name="Suraj Chopade" userId="S::suraj.chopade@bostoninstituteofanalytics.org::dcc44ee8-6a65-4538-a5e1-c87e14ca7a61" providerId="AD" clId="Web-{287512FF-025C-8CF0-92E6-75D0CA8655A4}" dt="2023-10-11T07:50:58.291" v="195"/>
        <pc:sldMkLst>
          <pc:docMk/>
          <pc:sldMk cId="667405245" sldId="524"/>
        </pc:sldMkLst>
      </pc:sldChg>
      <pc:sldChg chg="add del mod replId modClrScheme chgLayout">
        <pc:chgData name="Suraj Chopade" userId="S::suraj.chopade@bostoninstituteofanalytics.org::dcc44ee8-6a65-4538-a5e1-c87e14ca7a61" providerId="AD" clId="Web-{287512FF-025C-8CF0-92E6-75D0CA8655A4}" dt="2023-10-11T07:51:36.574" v="196"/>
        <pc:sldMkLst>
          <pc:docMk/>
          <pc:sldMk cId="1577361826" sldId="525"/>
        </pc:sldMkLst>
      </pc:sldChg>
      <pc:sldChg chg="addSp delSp modSp add replId">
        <pc:chgData name="Suraj Chopade" userId="S::suraj.chopade@bostoninstituteofanalytics.org::dcc44ee8-6a65-4538-a5e1-c87e14ca7a61" providerId="AD" clId="Web-{287512FF-025C-8CF0-92E6-75D0CA8655A4}" dt="2023-10-11T07:53:26.328" v="219" actId="1076"/>
        <pc:sldMkLst>
          <pc:docMk/>
          <pc:sldMk cId="3679715467" sldId="525"/>
        </pc:sldMkLst>
      </pc:sldChg>
      <pc:sldChg chg="addSp delSp modSp add replId">
        <pc:chgData name="Suraj Chopade" userId="S::suraj.chopade@bostoninstituteofanalytics.org::dcc44ee8-6a65-4538-a5e1-c87e14ca7a61" providerId="AD" clId="Web-{287512FF-025C-8CF0-92E6-75D0CA8655A4}" dt="2023-10-11T07:59:01.294" v="271" actId="20577"/>
        <pc:sldMkLst>
          <pc:docMk/>
          <pc:sldMk cId="2410424579" sldId="526"/>
        </pc:sldMkLst>
      </pc:sldChg>
      <pc:sldChg chg="add del replId">
        <pc:chgData name="Suraj Chopade" userId="S::suraj.chopade@bostoninstituteofanalytics.org::dcc44ee8-6a65-4538-a5e1-c87e14ca7a61" providerId="AD" clId="Web-{287512FF-025C-8CF0-92E6-75D0CA8655A4}" dt="2023-10-11T07:54:23.971" v="229"/>
        <pc:sldMkLst>
          <pc:docMk/>
          <pc:sldMk cId="1146243214" sldId="527"/>
        </pc:sldMkLst>
      </pc:sldChg>
      <pc:sldChg chg="addSp delSp modSp add replId">
        <pc:chgData name="Suraj Chopade" userId="S::suraj.chopade@bostoninstituteofanalytics.org::dcc44ee8-6a65-4538-a5e1-c87e14ca7a61" providerId="AD" clId="Web-{287512FF-025C-8CF0-92E6-75D0CA8655A4}" dt="2023-10-11T07:56:15.022" v="244" actId="1076"/>
        <pc:sldMkLst>
          <pc:docMk/>
          <pc:sldMk cId="1434123831" sldId="527"/>
        </pc:sldMkLst>
      </pc:sldChg>
      <pc:sldChg chg="addSp delSp modSp add replId">
        <pc:chgData name="Suraj Chopade" userId="S::suraj.chopade@bostoninstituteofanalytics.org::dcc44ee8-6a65-4538-a5e1-c87e14ca7a61" providerId="AD" clId="Web-{287512FF-025C-8CF0-92E6-75D0CA8655A4}" dt="2023-10-11T08:41:58.717" v="310" actId="1076"/>
        <pc:sldMkLst>
          <pc:docMk/>
          <pc:sldMk cId="3005070709" sldId="528"/>
        </pc:sldMkLst>
      </pc:sldChg>
      <pc:sldChg chg="addSp delSp modSp add replId modNotes">
        <pc:chgData name="Suraj Chopade" userId="S::suraj.chopade@bostoninstituteofanalytics.org::dcc44ee8-6a65-4538-a5e1-c87e14ca7a61" providerId="AD" clId="Web-{287512FF-025C-8CF0-92E6-75D0CA8655A4}" dt="2023-10-11T08:41:47.232" v="308"/>
        <pc:sldMkLst>
          <pc:docMk/>
          <pc:sldMk cId="636485698" sldId="529"/>
        </pc:sldMkLst>
      </pc:sldChg>
      <pc:sldMasterChg chg="del delSldLayout">
        <pc:chgData name="Suraj Chopade" userId="S::suraj.chopade@bostoninstituteofanalytics.org::dcc44ee8-6a65-4538-a5e1-c87e14ca7a61" providerId="AD" clId="Web-{287512FF-025C-8CF0-92E6-75D0CA8655A4}" dt="2023-10-11T07:50:58.291" v="195"/>
        <pc:sldMasterMkLst>
          <pc:docMk/>
          <pc:sldMasterMk cId="0" sldId="2147483648"/>
        </pc:sldMasterMkLst>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49"/>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0"/>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1"/>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2"/>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3"/>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4"/>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5"/>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6"/>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7"/>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8"/>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9"/>
          </pc:sldLayoutMkLst>
        </pc:sldLayoutChg>
      </pc:sldMasterChg>
      <pc:sldMasterChg chg="add addSldLayout modSldLayout">
        <pc:chgData name="Suraj Chopade" userId="S::suraj.chopade@bostoninstituteofanalytics.org::dcc44ee8-6a65-4538-a5e1-c87e14ca7a61" providerId="AD" clId="Web-{287512FF-025C-8CF0-92E6-75D0CA8655A4}" dt="2023-10-11T07:50:58.291" v="195"/>
        <pc:sldMasterMkLst>
          <pc:docMk/>
          <pc:sldMasterMk cId="1628178356" sldId="2147483660"/>
        </pc:sldMasterMkLst>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1331126872" sldId="2147483661"/>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412652330" sldId="2147483662"/>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07278455" sldId="2147483663"/>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409934384" sldId="2147483664"/>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819789000" sldId="2147483665"/>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831256556" sldId="2147483666"/>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1295593171" sldId="2147483667"/>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1828349371" sldId="2147483668"/>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3336815643" sldId="2147483669"/>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075053668" sldId="2147483670"/>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4167474205" sldId="2147483671"/>
          </pc:sldLayoutMkLst>
        </pc:sldLayoutChg>
      </pc:sldMasterChg>
    </pc:docChg>
  </pc:docChgLst>
  <pc:docChgLst>
    <pc:chgData name="Suraj Chopade" userId="S::suraj.chopade@bostoninstituteofanalytics.org::dcc44ee8-6a65-4538-a5e1-c87e14ca7a61" providerId="AD" clId="Web-{EB6028C9-3CE6-72C2-31FE-0226BAD6DA27}"/>
    <pc:docChg chg="modSld">
      <pc:chgData name="Suraj Chopade" userId="S::suraj.chopade@bostoninstituteofanalytics.org::dcc44ee8-6a65-4538-a5e1-c87e14ca7a61" providerId="AD" clId="Web-{EB6028C9-3CE6-72C2-31FE-0226BAD6DA27}" dt="2023-10-10T10:58:24.875" v="1"/>
      <pc:docMkLst>
        <pc:docMk/>
      </pc:docMkLst>
      <pc:sldChg chg="modSp">
        <pc:chgData name="Suraj Chopade" userId="S::suraj.chopade@bostoninstituteofanalytics.org::dcc44ee8-6a65-4538-a5e1-c87e14ca7a61" providerId="AD" clId="Web-{EB6028C9-3CE6-72C2-31FE-0226BAD6DA27}" dt="2023-10-10T10:58:00.735" v="0" actId="20577"/>
        <pc:sldMkLst>
          <pc:docMk/>
          <pc:sldMk cId="4076578880" sldId="484"/>
        </pc:sldMkLst>
      </pc:sldChg>
      <pc:sldChg chg="addSp">
        <pc:chgData name="Suraj Chopade" userId="S::suraj.chopade@bostoninstituteofanalytics.org::dcc44ee8-6a65-4538-a5e1-c87e14ca7a61" providerId="AD" clId="Web-{EB6028C9-3CE6-72C2-31FE-0226BAD6DA27}" dt="2023-10-10T10:58:24.875" v="1"/>
        <pc:sldMkLst>
          <pc:docMk/>
          <pc:sldMk cId="578900116" sldId="499"/>
        </pc:sldMkLst>
      </pc:sldChg>
    </pc:docChg>
  </pc:docChgLst>
  <pc:docChgLst>
    <pc:chgData name="Suraj Chopade" userId="S::suraj.chopade@bostoninstituteofanalytics.org::dcc44ee8-6a65-4538-a5e1-c87e14ca7a61" providerId="AD" clId="Web-{43EC7F4B-0F3A-31F5-E395-B19C1F267391}"/>
    <pc:docChg chg="addSld delSld modSld sldOrd">
      <pc:chgData name="Suraj Chopade" userId="S::suraj.chopade@bostoninstituteofanalytics.org::dcc44ee8-6a65-4538-a5e1-c87e14ca7a61" providerId="AD" clId="Web-{43EC7F4B-0F3A-31F5-E395-B19C1F267391}" dt="2023-10-11T13:29:45.719" v="409" actId="1076"/>
      <pc:docMkLst>
        <pc:docMk/>
      </pc:docMkLst>
      <pc:sldChg chg="modSp">
        <pc:chgData name="Suraj Chopade" userId="S::suraj.chopade@bostoninstituteofanalytics.org::dcc44ee8-6a65-4538-a5e1-c87e14ca7a61" providerId="AD" clId="Web-{43EC7F4B-0F3A-31F5-E395-B19C1F267391}" dt="2023-10-11T12:30:38.298" v="17" actId="20577"/>
        <pc:sldMkLst>
          <pc:docMk/>
          <pc:sldMk cId="4076578880" sldId="484"/>
        </pc:sldMkLst>
      </pc:sldChg>
      <pc:sldChg chg="addSp delSp modSp">
        <pc:chgData name="Suraj Chopade" userId="S::suraj.chopade@bostoninstituteofanalytics.org::dcc44ee8-6a65-4538-a5e1-c87e14ca7a61" providerId="AD" clId="Web-{43EC7F4B-0F3A-31F5-E395-B19C1F267391}" dt="2023-10-11T12:33:23.663" v="67" actId="1076"/>
        <pc:sldMkLst>
          <pc:docMk/>
          <pc:sldMk cId="3080017173" sldId="513"/>
        </pc:sldMkLst>
      </pc:sldChg>
      <pc:sldChg chg="del">
        <pc:chgData name="Suraj Chopade" userId="S::suraj.chopade@bostoninstituteofanalytics.org::dcc44ee8-6a65-4538-a5e1-c87e14ca7a61" providerId="AD" clId="Web-{43EC7F4B-0F3A-31F5-E395-B19C1F267391}" dt="2023-10-11T12:33:40.851" v="79"/>
        <pc:sldMkLst>
          <pc:docMk/>
          <pc:sldMk cId="636485698" sldId="529"/>
        </pc:sldMkLst>
      </pc:sldChg>
      <pc:sldChg chg="del ord">
        <pc:chgData name="Suraj Chopade" userId="S::suraj.chopade@bostoninstituteofanalytics.org::dcc44ee8-6a65-4538-a5e1-c87e14ca7a61" providerId="AD" clId="Web-{43EC7F4B-0F3A-31F5-E395-B19C1F267391}" dt="2023-10-11T12:33:40.867" v="84"/>
        <pc:sldMkLst>
          <pc:docMk/>
          <pc:sldMk cId="2985611463" sldId="531"/>
        </pc:sldMkLst>
      </pc:sldChg>
      <pc:sldChg chg="del">
        <pc:chgData name="Suraj Chopade" userId="S::suraj.chopade@bostoninstituteofanalytics.org::dcc44ee8-6a65-4538-a5e1-c87e14ca7a61" providerId="AD" clId="Web-{43EC7F4B-0F3A-31F5-E395-B19C1F267391}" dt="2023-10-11T12:33:40.867" v="83"/>
        <pc:sldMkLst>
          <pc:docMk/>
          <pc:sldMk cId="1217846015" sldId="532"/>
        </pc:sldMkLst>
      </pc:sldChg>
      <pc:sldChg chg="del">
        <pc:chgData name="Suraj Chopade" userId="S::suraj.chopade@bostoninstituteofanalytics.org::dcc44ee8-6a65-4538-a5e1-c87e14ca7a61" providerId="AD" clId="Web-{43EC7F4B-0F3A-31F5-E395-B19C1F267391}" dt="2023-10-11T12:33:40.851" v="82"/>
        <pc:sldMkLst>
          <pc:docMk/>
          <pc:sldMk cId="2070822830" sldId="533"/>
        </pc:sldMkLst>
      </pc:sldChg>
      <pc:sldChg chg="del">
        <pc:chgData name="Suraj Chopade" userId="S::suraj.chopade@bostoninstituteofanalytics.org::dcc44ee8-6a65-4538-a5e1-c87e14ca7a61" providerId="AD" clId="Web-{43EC7F4B-0F3A-31F5-E395-B19C1F267391}" dt="2023-10-11T12:33:40.851" v="81"/>
        <pc:sldMkLst>
          <pc:docMk/>
          <pc:sldMk cId="2307283743" sldId="534"/>
        </pc:sldMkLst>
      </pc:sldChg>
      <pc:sldChg chg="del">
        <pc:chgData name="Suraj Chopade" userId="S::suraj.chopade@bostoninstituteofanalytics.org::dcc44ee8-6a65-4538-a5e1-c87e14ca7a61" providerId="AD" clId="Web-{43EC7F4B-0F3A-31F5-E395-B19C1F267391}" dt="2023-10-11T12:33:40.851" v="80"/>
        <pc:sldMkLst>
          <pc:docMk/>
          <pc:sldMk cId="2895538922" sldId="535"/>
        </pc:sldMkLst>
      </pc:sldChg>
      <pc:sldChg chg="del">
        <pc:chgData name="Suraj Chopade" userId="S::suraj.chopade@bostoninstituteofanalytics.org::dcc44ee8-6a65-4538-a5e1-c87e14ca7a61" providerId="AD" clId="Web-{43EC7F4B-0F3A-31F5-E395-B19C1F267391}" dt="2023-10-11T12:33:40.851" v="78"/>
        <pc:sldMkLst>
          <pc:docMk/>
          <pc:sldMk cId="2222385847" sldId="536"/>
        </pc:sldMkLst>
      </pc:sldChg>
      <pc:sldChg chg="del">
        <pc:chgData name="Suraj Chopade" userId="S::suraj.chopade@bostoninstituteofanalytics.org::dcc44ee8-6a65-4538-a5e1-c87e14ca7a61" providerId="AD" clId="Web-{43EC7F4B-0F3A-31F5-E395-B19C1F267391}" dt="2023-10-11T12:33:40.851" v="77"/>
        <pc:sldMkLst>
          <pc:docMk/>
          <pc:sldMk cId="895726528" sldId="537"/>
        </pc:sldMkLst>
      </pc:sldChg>
      <pc:sldChg chg="del">
        <pc:chgData name="Suraj Chopade" userId="S::suraj.chopade@bostoninstituteofanalytics.org::dcc44ee8-6a65-4538-a5e1-c87e14ca7a61" providerId="AD" clId="Web-{43EC7F4B-0F3A-31F5-E395-B19C1F267391}" dt="2023-10-11T12:33:40.851" v="76"/>
        <pc:sldMkLst>
          <pc:docMk/>
          <pc:sldMk cId="3554889651" sldId="538"/>
        </pc:sldMkLst>
      </pc:sldChg>
      <pc:sldChg chg="del">
        <pc:chgData name="Suraj Chopade" userId="S::suraj.chopade@bostoninstituteofanalytics.org::dcc44ee8-6a65-4538-a5e1-c87e14ca7a61" providerId="AD" clId="Web-{43EC7F4B-0F3A-31F5-E395-B19C1F267391}" dt="2023-10-11T12:33:40.836" v="74"/>
        <pc:sldMkLst>
          <pc:docMk/>
          <pc:sldMk cId="3053670407" sldId="539"/>
        </pc:sldMkLst>
      </pc:sldChg>
      <pc:sldChg chg="del">
        <pc:chgData name="Suraj Chopade" userId="S::suraj.chopade@bostoninstituteofanalytics.org::dcc44ee8-6a65-4538-a5e1-c87e14ca7a61" providerId="AD" clId="Web-{43EC7F4B-0F3A-31F5-E395-B19C1F267391}" dt="2023-10-11T12:33:40.836" v="73"/>
        <pc:sldMkLst>
          <pc:docMk/>
          <pc:sldMk cId="356623490" sldId="540"/>
        </pc:sldMkLst>
      </pc:sldChg>
      <pc:sldChg chg="del">
        <pc:chgData name="Suraj Chopade" userId="S::suraj.chopade@bostoninstituteofanalytics.org::dcc44ee8-6a65-4538-a5e1-c87e14ca7a61" providerId="AD" clId="Web-{43EC7F4B-0F3A-31F5-E395-B19C1F267391}" dt="2023-10-11T12:33:40.851" v="75"/>
        <pc:sldMkLst>
          <pc:docMk/>
          <pc:sldMk cId="1405444350" sldId="541"/>
        </pc:sldMkLst>
      </pc:sldChg>
      <pc:sldChg chg="del">
        <pc:chgData name="Suraj Chopade" userId="S::suraj.chopade@bostoninstituteofanalytics.org::dcc44ee8-6a65-4538-a5e1-c87e14ca7a61" providerId="AD" clId="Web-{43EC7F4B-0F3A-31F5-E395-B19C1F267391}" dt="2023-10-11T12:33:40.836" v="72"/>
        <pc:sldMkLst>
          <pc:docMk/>
          <pc:sldMk cId="2180643076" sldId="542"/>
        </pc:sldMkLst>
      </pc:sldChg>
      <pc:sldChg chg="del">
        <pc:chgData name="Suraj Chopade" userId="S::suraj.chopade@bostoninstituteofanalytics.org::dcc44ee8-6a65-4538-a5e1-c87e14ca7a61" providerId="AD" clId="Web-{43EC7F4B-0F3A-31F5-E395-B19C1F267391}" dt="2023-10-11T12:33:40.836" v="71"/>
        <pc:sldMkLst>
          <pc:docMk/>
          <pc:sldMk cId="3127561705" sldId="543"/>
        </pc:sldMkLst>
      </pc:sldChg>
      <pc:sldChg chg="del">
        <pc:chgData name="Suraj Chopade" userId="S::suraj.chopade@bostoninstituteofanalytics.org::dcc44ee8-6a65-4538-a5e1-c87e14ca7a61" providerId="AD" clId="Web-{43EC7F4B-0F3A-31F5-E395-B19C1F267391}" dt="2023-10-11T12:33:40.836" v="70"/>
        <pc:sldMkLst>
          <pc:docMk/>
          <pc:sldMk cId="4106276862" sldId="544"/>
        </pc:sldMkLst>
      </pc:sldChg>
      <pc:sldChg chg="modSp ord modNotes">
        <pc:chgData name="Suraj Chopade" userId="S::suraj.chopade@bostoninstituteofanalytics.org::dcc44ee8-6a65-4538-a5e1-c87e14ca7a61" providerId="AD" clId="Web-{43EC7F4B-0F3A-31F5-E395-B19C1F267391}" dt="2023-10-11T13:04:41.557" v="159"/>
        <pc:sldMkLst>
          <pc:docMk/>
          <pc:sldMk cId="962054905" sldId="545"/>
        </pc:sldMkLst>
      </pc:sldChg>
      <pc:sldChg chg="modSp add replId">
        <pc:chgData name="Suraj Chopade" userId="S::suraj.chopade@bostoninstituteofanalytics.org::dcc44ee8-6a65-4538-a5e1-c87e14ca7a61" providerId="AD" clId="Web-{43EC7F4B-0F3A-31F5-E395-B19C1F267391}" dt="2023-10-11T12:40:28.131" v="117" actId="1076"/>
        <pc:sldMkLst>
          <pc:docMk/>
          <pc:sldMk cId="3308570739" sldId="546"/>
        </pc:sldMkLst>
      </pc:sldChg>
      <pc:sldChg chg="addSp delSp modSp add ord replId">
        <pc:chgData name="Suraj Chopade" userId="S::suraj.chopade@bostoninstituteofanalytics.org::dcc44ee8-6a65-4538-a5e1-c87e14ca7a61" providerId="AD" clId="Web-{43EC7F4B-0F3A-31F5-E395-B19C1F267391}" dt="2023-10-11T12:42:10.697" v="131"/>
        <pc:sldMkLst>
          <pc:docMk/>
          <pc:sldMk cId="174547270" sldId="547"/>
        </pc:sldMkLst>
      </pc:sldChg>
      <pc:sldChg chg="addSp delSp modSp add replId">
        <pc:chgData name="Suraj Chopade" userId="S::suraj.chopade@bostoninstituteofanalytics.org::dcc44ee8-6a65-4538-a5e1-c87e14ca7a61" providerId="AD" clId="Web-{43EC7F4B-0F3A-31F5-E395-B19C1F267391}" dt="2023-10-11T13:10:42.991" v="230" actId="1076"/>
        <pc:sldMkLst>
          <pc:docMk/>
          <pc:sldMk cId="2158419863" sldId="548"/>
        </pc:sldMkLst>
      </pc:sldChg>
      <pc:sldChg chg="add ord replId">
        <pc:chgData name="Suraj Chopade" userId="S::suraj.chopade@bostoninstituteofanalytics.org::dcc44ee8-6a65-4538-a5e1-c87e14ca7a61" providerId="AD" clId="Web-{43EC7F4B-0F3A-31F5-E395-B19C1F267391}" dt="2023-10-11T13:10:52.117" v="231"/>
        <pc:sldMkLst>
          <pc:docMk/>
          <pc:sldMk cId="610857851" sldId="549"/>
        </pc:sldMkLst>
      </pc:sldChg>
      <pc:sldChg chg="addSp delSp modSp add replId">
        <pc:chgData name="Suraj Chopade" userId="S::suraj.chopade@bostoninstituteofanalytics.org::dcc44ee8-6a65-4538-a5e1-c87e14ca7a61" providerId="AD" clId="Web-{43EC7F4B-0F3A-31F5-E395-B19C1F267391}" dt="2023-10-11T13:12:27.120" v="241" actId="14100"/>
        <pc:sldMkLst>
          <pc:docMk/>
          <pc:sldMk cId="234814346" sldId="550"/>
        </pc:sldMkLst>
      </pc:sldChg>
      <pc:sldChg chg="addSp delSp modSp add replId">
        <pc:chgData name="Suraj Chopade" userId="S::suraj.chopade@bostoninstituteofanalytics.org::dcc44ee8-6a65-4538-a5e1-c87e14ca7a61" providerId="AD" clId="Web-{43EC7F4B-0F3A-31F5-E395-B19C1F267391}" dt="2023-10-11T13:16:31.035" v="282" actId="20577"/>
        <pc:sldMkLst>
          <pc:docMk/>
          <pc:sldMk cId="3668801380" sldId="551"/>
        </pc:sldMkLst>
      </pc:sldChg>
      <pc:sldChg chg="modSp add replId">
        <pc:chgData name="Suraj Chopade" userId="S::suraj.chopade@bostoninstituteofanalytics.org::dcc44ee8-6a65-4538-a5e1-c87e14ca7a61" providerId="AD" clId="Web-{43EC7F4B-0F3A-31F5-E395-B19C1F267391}" dt="2023-10-11T13:16:20.862" v="280"/>
        <pc:sldMkLst>
          <pc:docMk/>
          <pc:sldMk cId="3755880105" sldId="552"/>
        </pc:sldMkLst>
      </pc:sldChg>
      <pc:sldChg chg="addSp delSp modSp add replId">
        <pc:chgData name="Suraj Chopade" userId="S::suraj.chopade@bostoninstituteofanalytics.org::dcc44ee8-6a65-4538-a5e1-c87e14ca7a61" providerId="AD" clId="Web-{43EC7F4B-0F3A-31F5-E395-B19C1F267391}" dt="2023-10-11T13:17:40.678" v="288" actId="1076"/>
        <pc:sldMkLst>
          <pc:docMk/>
          <pc:sldMk cId="2458439909" sldId="553"/>
        </pc:sldMkLst>
      </pc:sldChg>
      <pc:sldChg chg="addSp delSp modSp add replId">
        <pc:chgData name="Suraj Chopade" userId="S::suraj.chopade@bostoninstituteofanalytics.org::dcc44ee8-6a65-4538-a5e1-c87e14ca7a61" providerId="AD" clId="Web-{43EC7F4B-0F3A-31F5-E395-B19C1F267391}" dt="2023-10-11T13:19:40.729" v="312" actId="1076"/>
        <pc:sldMkLst>
          <pc:docMk/>
          <pc:sldMk cId="2339548631" sldId="554"/>
        </pc:sldMkLst>
      </pc:sldChg>
      <pc:sldChg chg="modSp add replId">
        <pc:chgData name="Suraj Chopade" userId="S::suraj.chopade@bostoninstituteofanalytics.org::dcc44ee8-6a65-4538-a5e1-c87e14ca7a61" providerId="AD" clId="Web-{43EC7F4B-0F3A-31F5-E395-B19C1F267391}" dt="2023-10-11T13:23:20.346" v="338" actId="1076"/>
        <pc:sldMkLst>
          <pc:docMk/>
          <pc:sldMk cId="2933442064" sldId="555"/>
        </pc:sldMkLst>
      </pc:sldChg>
      <pc:sldChg chg="addSp delSp modSp add replId">
        <pc:chgData name="Suraj Chopade" userId="S::suraj.chopade@bostoninstituteofanalytics.org::dcc44ee8-6a65-4538-a5e1-c87e14ca7a61" providerId="AD" clId="Web-{43EC7F4B-0F3A-31F5-E395-B19C1F267391}" dt="2023-10-11T13:25:49.304" v="364" actId="20577"/>
        <pc:sldMkLst>
          <pc:docMk/>
          <pc:sldMk cId="3236210545" sldId="556"/>
        </pc:sldMkLst>
      </pc:sldChg>
      <pc:sldChg chg="addSp delSp modSp add replId">
        <pc:chgData name="Suraj Chopade" userId="S::suraj.chopade@bostoninstituteofanalytics.org::dcc44ee8-6a65-4538-a5e1-c87e14ca7a61" providerId="AD" clId="Web-{43EC7F4B-0F3A-31F5-E395-B19C1F267391}" dt="2023-10-11T13:27:11.151" v="376" actId="1076"/>
        <pc:sldMkLst>
          <pc:docMk/>
          <pc:sldMk cId="2529372087" sldId="557"/>
        </pc:sldMkLst>
      </pc:sldChg>
      <pc:sldChg chg="addSp delSp modSp add replId">
        <pc:chgData name="Suraj Chopade" userId="S::suraj.chopade@bostoninstituteofanalytics.org::dcc44ee8-6a65-4538-a5e1-c87e14ca7a61" providerId="AD" clId="Web-{43EC7F4B-0F3A-31F5-E395-B19C1F267391}" dt="2023-10-11T13:29:45.719" v="409" actId="1076"/>
        <pc:sldMkLst>
          <pc:docMk/>
          <pc:sldMk cId="2041959882" sldId="558"/>
        </pc:sldMkLst>
      </pc:sldChg>
    </pc:docChg>
  </pc:docChgLst>
  <pc:docChgLst>
    <pc:chgData name="Suraj Chopade" userId="S::suraj.chopade@bostoninstituteofanalytics.org::dcc44ee8-6a65-4538-a5e1-c87e14ca7a61" providerId="AD" clId="Web-{79E99A0B-E89E-FE9B-ACD5-3761BDB18D36}"/>
    <pc:docChg chg="addSld delSld modSld sldOrd">
      <pc:chgData name="Suraj Chopade" userId="S::suraj.chopade@bostoninstituteofanalytics.org::dcc44ee8-6a65-4538-a5e1-c87e14ca7a61" providerId="AD" clId="Web-{79E99A0B-E89E-FE9B-ACD5-3761BDB18D36}" dt="2023-10-06T09:30:34.181" v="1868" actId="20577"/>
      <pc:docMkLst>
        <pc:docMk/>
      </pc:docMkLst>
      <pc:sldChg chg="modSp">
        <pc:chgData name="Suraj Chopade" userId="S::suraj.chopade@bostoninstituteofanalytics.org::dcc44ee8-6a65-4538-a5e1-c87e14ca7a61" providerId="AD" clId="Web-{79E99A0B-E89E-FE9B-ACD5-3761BDB18D36}" dt="2023-10-06T07:51:11.782" v="1288" actId="20577"/>
        <pc:sldMkLst>
          <pc:docMk/>
          <pc:sldMk cId="2503897231" sldId="283"/>
        </pc:sldMkLst>
      </pc:sldChg>
      <pc:sldChg chg="modSp">
        <pc:chgData name="Suraj Chopade" userId="S::suraj.chopade@bostoninstituteofanalytics.org::dcc44ee8-6a65-4538-a5e1-c87e14ca7a61" providerId="AD" clId="Web-{79E99A0B-E89E-FE9B-ACD5-3761BDB18D36}" dt="2023-10-06T05:39:46.033" v="29" actId="20577"/>
        <pc:sldMkLst>
          <pc:docMk/>
          <pc:sldMk cId="4235558439" sldId="287"/>
        </pc:sldMkLst>
      </pc:sldChg>
      <pc:sldChg chg="addSp delSp modSp">
        <pc:chgData name="Suraj Chopade" userId="S::suraj.chopade@bostoninstituteofanalytics.org::dcc44ee8-6a65-4538-a5e1-c87e14ca7a61" providerId="AD" clId="Web-{79E99A0B-E89E-FE9B-ACD5-3761BDB18D36}" dt="2023-10-06T05:49:17.102" v="103" actId="1076"/>
        <pc:sldMkLst>
          <pc:docMk/>
          <pc:sldMk cId="1726830" sldId="314"/>
        </pc:sldMkLst>
      </pc:sldChg>
      <pc:sldChg chg="modSp">
        <pc:chgData name="Suraj Chopade" userId="S::suraj.chopade@bostoninstituteofanalytics.org::dcc44ee8-6a65-4538-a5e1-c87e14ca7a61" providerId="AD" clId="Web-{79E99A0B-E89E-FE9B-ACD5-3761BDB18D36}" dt="2023-10-06T07:51:07.126" v="1287" actId="20577"/>
        <pc:sldMkLst>
          <pc:docMk/>
          <pc:sldMk cId="4059647043" sldId="408"/>
        </pc:sldMkLst>
      </pc:sldChg>
      <pc:sldChg chg="modSp">
        <pc:chgData name="Suraj Chopade" userId="S::suraj.chopade@bostoninstituteofanalytics.org::dcc44ee8-6a65-4538-a5e1-c87e14ca7a61" providerId="AD" clId="Web-{79E99A0B-E89E-FE9B-ACD5-3761BDB18D36}" dt="2023-10-06T05:37:59.032" v="1"/>
        <pc:sldMkLst>
          <pc:docMk/>
          <pc:sldMk cId="876099985" sldId="409"/>
        </pc:sldMkLst>
      </pc:sldChg>
      <pc:sldChg chg="addSp delSp modSp add del replId">
        <pc:chgData name="Suraj Chopade" userId="S::suraj.chopade@bostoninstituteofanalytics.org::dcc44ee8-6a65-4538-a5e1-c87e14ca7a61" providerId="AD" clId="Web-{79E99A0B-E89E-FE9B-ACD5-3761BDB18D36}" dt="2023-10-06T05:58:28.515" v="179"/>
        <pc:sldMkLst>
          <pc:docMk/>
          <pc:sldMk cId="3606357210" sldId="411"/>
        </pc:sldMkLst>
      </pc:sldChg>
      <pc:sldChg chg="addSp delSp modSp add replId">
        <pc:chgData name="Suraj Chopade" userId="S::suraj.chopade@bostoninstituteofanalytics.org::dcc44ee8-6a65-4538-a5e1-c87e14ca7a61" providerId="AD" clId="Web-{79E99A0B-E89E-FE9B-ACD5-3761BDB18D36}" dt="2023-10-06T05:58:01.468" v="176" actId="1076"/>
        <pc:sldMkLst>
          <pc:docMk/>
          <pc:sldMk cId="1716880795" sldId="412"/>
        </pc:sldMkLst>
      </pc:sldChg>
      <pc:sldChg chg="delSp modSp add ord replId">
        <pc:chgData name="Suraj Chopade" userId="S::suraj.chopade@bostoninstituteofanalytics.org::dcc44ee8-6a65-4538-a5e1-c87e14ca7a61" providerId="AD" clId="Web-{79E99A0B-E89E-FE9B-ACD5-3761BDB18D36}" dt="2023-10-06T06:08:47.210" v="246" actId="20577"/>
        <pc:sldMkLst>
          <pc:docMk/>
          <pc:sldMk cId="2788898658" sldId="413"/>
        </pc:sldMkLst>
      </pc:sldChg>
      <pc:sldChg chg="addSp delSp modSp add replId">
        <pc:chgData name="Suraj Chopade" userId="S::suraj.chopade@bostoninstituteofanalytics.org::dcc44ee8-6a65-4538-a5e1-c87e14ca7a61" providerId="AD" clId="Web-{79E99A0B-E89E-FE9B-ACD5-3761BDB18D36}" dt="2023-10-06T06:31:05.304" v="526" actId="1076"/>
        <pc:sldMkLst>
          <pc:docMk/>
          <pc:sldMk cId="3599271236" sldId="414"/>
        </pc:sldMkLst>
      </pc:sldChg>
      <pc:sldChg chg="modSp add ord replId">
        <pc:chgData name="Suraj Chopade" userId="S::suraj.chopade@bostoninstituteofanalytics.org::dcc44ee8-6a65-4538-a5e1-c87e14ca7a61" providerId="AD" clId="Web-{79E99A0B-E89E-FE9B-ACD5-3761BDB18D36}" dt="2023-10-06T06:33:05.758" v="567" actId="1076"/>
        <pc:sldMkLst>
          <pc:docMk/>
          <pc:sldMk cId="1862185736" sldId="415"/>
        </pc:sldMkLst>
      </pc:sldChg>
      <pc:sldChg chg="addSp modSp add replId">
        <pc:chgData name="Suraj Chopade" userId="S::suraj.chopade@bostoninstituteofanalytics.org::dcc44ee8-6a65-4538-a5e1-c87e14ca7a61" providerId="AD" clId="Web-{79E99A0B-E89E-FE9B-ACD5-3761BDB18D36}" dt="2023-10-06T06:52:41.663" v="842" actId="1076"/>
        <pc:sldMkLst>
          <pc:docMk/>
          <pc:sldMk cId="473788288" sldId="416"/>
        </pc:sldMkLst>
      </pc:sldChg>
      <pc:sldChg chg="addSp modSp add replId">
        <pc:chgData name="Suraj Chopade" userId="S::suraj.chopade@bostoninstituteofanalytics.org::dcc44ee8-6a65-4538-a5e1-c87e14ca7a61" providerId="AD" clId="Web-{79E99A0B-E89E-FE9B-ACD5-3761BDB18D36}" dt="2023-10-06T06:51:23.302" v="809" actId="1076"/>
        <pc:sldMkLst>
          <pc:docMk/>
          <pc:sldMk cId="1830556282" sldId="417"/>
        </pc:sldMkLst>
      </pc:sldChg>
      <pc:sldChg chg="addSp modSp add del replId">
        <pc:chgData name="Suraj Chopade" userId="S::suraj.chopade@bostoninstituteofanalytics.org::dcc44ee8-6a65-4538-a5e1-c87e14ca7a61" providerId="AD" clId="Web-{79E99A0B-E89E-FE9B-ACD5-3761BDB18D36}" dt="2023-10-06T06:56:44.978" v="911" actId="1076"/>
        <pc:sldMkLst>
          <pc:docMk/>
          <pc:sldMk cId="3759979835" sldId="418"/>
        </pc:sldMkLst>
      </pc:sldChg>
      <pc:sldChg chg="modSp add del ord replId">
        <pc:chgData name="Suraj Chopade" userId="S::suraj.chopade@bostoninstituteofanalytics.org::dcc44ee8-6a65-4538-a5e1-c87e14ca7a61" providerId="AD" clId="Web-{79E99A0B-E89E-FE9B-ACD5-3761BDB18D36}" dt="2023-10-06T07:04:52.124" v="973"/>
        <pc:sldMkLst>
          <pc:docMk/>
          <pc:sldMk cId="4269819218" sldId="419"/>
        </pc:sldMkLst>
      </pc:sldChg>
      <pc:sldChg chg="modSp add del replId">
        <pc:chgData name="Suraj Chopade" userId="S::suraj.chopade@bostoninstituteofanalytics.org::dcc44ee8-6a65-4538-a5e1-c87e14ca7a61" providerId="AD" clId="Web-{79E99A0B-E89E-FE9B-ACD5-3761BDB18D36}" dt="2023-10-06T07:07:58.689" v="998"/>
        <pc:sldMkLst>
          <pc:docMk/>
          <pc:sldMk cId="2206983601" sldId="420"/>
        </pc:sldMkLst>
      </pc:sldChg>
      <pc:sldChg chg="modSp add replId modNotes">
        <pc:chgData name="Suraj Chopade" userId="S::suraj.chopade@bostoninstituteofanalytics.org::dcc44ee8-6a65-4538-a5e1-c87e14ca7a61" providerId="AD" clId="Web-{79E99A0B-E89E-FE9B-ACD5-3761BDB18D36}" dt="2023-10-06T07:07:45.439" v="996" actId="20577"/>
        <pc:sldMkLst>
          <pc:docMk/>
          <pc:sldMk cId="2201374662" sldId="421"/>
        </pc:sldMkLst>
      </pc:sldChg>
      <pc:sldChg chg="addSp modSp add replId modNotes">
        <pc:chgData name="Suraj Chopade" userId="S::suraj.chopade@bostoninstituteofanalytics.org::dcc44ee8-6a65-4538-a5e1-c87e14ca7a61" providerId="AD" clId="Web-{79E99A0B-E89E-FE9B-ACD5-3761BDB18D36}" dt="2023-10-06T07:17:36.211" v="1101" actId="20577"/>
        <pc:sldMkLst>
          <pc:docMk/>
          <pc:sldMk cId="3628698905" sldId="422"/>
        </pc:sldMkLst>
      </pc:sldChg>
      <pc:sldChg chg="addSp delSp modSp add ord replId modNotes">
        <pc:chgData name="Suraj Chopade" userId="S::suraj.chopade@bostoninstituteofanalytics.org::dcc44ee8-6a65-4538-a5e1-c87e14ca7a61" providerId="AD" clId="Web-{79E99A0B-E89E-FE9B-ACD5-3761BDB18D36}" dt="2023-10-06T07:50:35" v="1284"/>
        <pc:sldMkLst>
          <pc:docMk/>
          <pc:sldMk cId="3719171295" sldId="423"/>
        </pc:sldMkLst>
      </pc:sldChg>
      <pc:sldChg chg="delSp modSp add replId">
        <pc:chgData name="Suraj Chopade" userId="S::suraj.chopade@bostoninstituteofanalytics.org::dcc44ee8-6a65-4538-a5e1-c87e14ca7a61" providerId="AD" clId="Web-{79E99A0B-E89E-FE9B-ACD5-3761BDB18D36}" dt="2023-10-06T07:24:12.982" v="1189" actId="20577"/>
        <pc:sldMkLst>
          <pc:docMk/>
          <pc:sldMk cId="3099422123" sldId="424"/>
        </pc:sldMkLst>
      </pc:sldChg>
      <pc:sldChg chg="addSp modSp add ord replId">
        <pc:chgData name="Suraj Chopade" userId="S::suraj.chopade@bostoninstituteofanalytics.org::dcc44ee8-6a65-4538-a5e1-c87e14ca7a61" providerId="AD" clId="Web-{79E99A0B-E89E-FE9B-ACD5-3761BDB18D36}" dt="2023-10-06T07:50:44.813" v="1285"/>
        <pc:sldMkLst>
          <pc:docMk/>
          <pc:sldMk cId="4285754358" sldId="425"/>
        </pc:sldMkLst>
      </pc:sldChg>
      <pc:sldChg chg="addSp modSp add ord replId">
        <pc:chgData name="Suraj Chopade" userId="S::suraj.chopade@bostoninstituteofanalytics.org::dcc44ee8-6a65-4538-a5e1-c87e14ca7a61" providerId="AD" clId="Web-{79E99A0B-E89E-FE9B-ACD5-3761BDB18D36}" dt="2023-10-06T08:01:02.383" v="1339" actId="1076"/>
        <pc:sldMkLst>
          <pc:docMk/>
          <pc:sldMk cId="3130724772" sldId="426"/>
        </pc:sldMkLst>
      </pc:sldChg>
      <pc:sldChg chg="addSp delSp modSp add replId">
        <pc:chgData name="Suraj Chopade" userId="S::suraj.chopade@bostoninstituteofanalytics.org::dcc44ee8-6a65-4538-a5e1-c87e14ca7a61" providerId="AD" clId="Web-{79E99A0B-E89E-FE9B-ACD5-3761BDB18D36}" dt="2023-10-06T08:07:11.971" v="1389" actId="20577"/>
        <pc:sldMkLst>
          <pc:docMk/>
          <pc:sldMk cId="534715058" sldId="427"/>
        </pc:sldMkLst>
      </pc:sldChg>
      <pc:sldChg chg="addSp delSp modSp add del replId">
        <pc:chgData name="Suraj Chopade" userId="S::suraj.chopade@bostoninstituteofanalytics.org::dcc44ee8-6a65-4538-a5e1-c87e14ca7a61" providerId="AD" clId="Web-{79E99A0B-E89E-FE9B-ACD5-3761BDB18D36}" dt="2023-10-06T08:16:35.197" v="1433"/>
        <pc:sldMkLst>
          <pc:docMk/>
          <pc:sldMk cId="2012388065" sldId="428"/>
        </pc:sldMkLst>
      </pc:sldChg>
      <pc:sldChg chg="delSp modSp add replId">
        <pc:chgData name="Suraj Chopade" userId="S::suraj.chopade@bostoninstituteofanalytics.org::dcc44ee8-6a65-4538-a5e1-c87e14ca7a61" providerId="AD" clId="Web-{79E99A0B-E89E-FE9B-ACD5-3761BDB18D36}" dt="2023-10-06T08:23:06.295" v="1476" actId="1076"/>
        <pc:sldMkLst>
          <pc:docMk/>
          <pc:sldMk cId="437294114" sldId="429"/>
        </pc:sldMkLst>
      </pc:sldChg>
      <pc:sldChg chg="addSp modSp add replId">
        <pc:chgData name="Suraj Chopade" userId="S::suraj.chopade@bostoninstituteofanalytics.org::dcc44ee8-6a65-4538-a5e1-c87e14ca7a61" providerId="AD" clId="Web-{79E99A0B-E89E-FE9B-ACD5-3761BDB18D36}" dt="2023-10-06T08:39:04.150" v="1609" actId="1076"/>
        <pc:sldMkLst>
          <pc:docMk/>
          <pc:sldMk cId="2327297602" sldId="430"/>
        </pc:sldMkLst>
      </pc:sldChg>
      <pc:sldChg chg="addSp delSp modSp add replId">
        <pc:chgData name="Suraj Chopade" userId="S::suraj.chopade@bostoninstituteofanalytics.org::dcc44ee8-6a65-4538-a5e1-c87e14ca7a61" providerId="AD" clId="Web-{79E99A0B-E89E-FE9B-ACD5-3761BDB18D36}" dt="2023-10-06T08:43:26.091" v="1657" actId="1076"/>
        <pc:sldMkLst>
          <pc:docMk/>
          <pc:sldMk cId="1635862421" sldId="431"/>
        </pc:sldMkLst>
      </pc:sldChg>
      <pc:sldChg chg="delSp modSp add replId">
        <pc:chgData name="Suraj Chopade" userId="S::suraj.chopade@bostoninstituteofanalytics.org::dcc44ee8-6a65-4538-a5e1-c87e14ca7a61" providerId="AD" clId="Web-{79E99A0B-E89E-FE9B-ACD5-3761BDB18D36}" dt="2023-10-06T09:22:00.409" v="1743" actId="1076"/>
        <pc:sldMkLst>
          <pc:docMk/>
          <pc:sldMk cId="728911902" sldId="432"/>
        </pc:sldMkLst>
      </pc:sldChg>
      <pc:sldChg chg="addSp delSp modSp add ord replId">
        <pc:chgData name="Suraj Chopade" userId="S::suraj.chopade@bostoninstituteofanalytics.org::dcc44ee8-6a65-4538-a5e1-c87e14ca7a61" providerId="AD" clId="Web-{79E99A0B-E89E-FE9B-ACD5-3761BDB18D36}" dt="2023-10-06T09:22:04.128" v="1744" actId="1076"/>
        <pc:sldMkLst>
          <pc:docMk/>
          <pc:sldMk cId="2124791131" sldId="433"/>
        </pc:sldMkLst>
      </pc:sldChg>
      <pc:sldChg chg="delSp modSp add replId">
        <pc:chgData name="Suraj Chopade" userId="S::suraj.chopade@bostoninstituteofanalytics.org::dcc44ee8-6a65-4538-a5e1-c87e14ca7a61" providerId="AD" clId="Web-{79E99A0B-E89E-FE9B-ACD5-3761BDB18D36}" dt="2023-10-06T09:25:34.646" v="1796" actId="14100"/>
        <pc:sldMkLst>
          <pc:docMk/>
          <pc:sldMk cId="1863556272" sldId="434"/>
        </pc:sldMkLst>
      </pc:sldChg>
      <pc:sldChg chg="addSp modSp add replId">
        <pc:chgData name="Suraj Chopade" userId="S::suraj.chopade@bostoninstituteofanalytics.org::dcc44ee8-6a65-4538-a5e1-c87e14ca7a61" providerId="AD" clId="Web-{79E99A0B-E89E-FE9B-ACD5-3761BDB18D36}" dt="2023-10-06T09:28:31.539" v="1827" actId="1076"/>
        <pc:sldMkLst>
          <pc:docMk/>
          <pc:sldMk cId="411251168" sldId="435"/>
        </pc:sldMkLst>
      </pc:sldChg>
      <pc:sldChg chg="add del replId">
        <pc:chgData name="Suraj Chopade" userId="S::suraj.chopade@bostoninstituteofanalytics.org::dcc44ee8-6a65-4538-a5e1-c87e14ca7a61" providerId="AD" clId="Web-{79E99A0B-E89E-FE9B-ACD5-3761BDB18D36}" dt="2023-10-06T09:23:22.598" v="1764"/>
        <pc:sldMkLst>
          <pc:docMk/>
          <pc:sldMk cId="4250501126" sldId="435"/>
        </pc:sldMkLst>
      </pc:sldChg>
      <pc:sldChg chg="add ord replId">
        <pc:chgData name="Suraj Chopade" userId="S::suraj.chopade@bostoninstituteofanalytics.org::dcc44ee8-6a65-4538-a5e1-c87e14ca7a61" providerId="AD" clId="Web-{79E99A0B-E89E-FE9B-ACD5-3761BDB18D36}" dt="2023-10-06T09:27:00.163" v="1816"/>
        <pc:sldMkLst>
          <pc:docMk/>
          <pc:sldMk cId="3427110777" sldId="436"/>
        </pc:sldMkLst>
      </pc:sldChg>
      <pc:sldChg chg="delSp modSp add replId">
        <pc:chgData name="Suraj Chopade" userId="S::suraj.chopade@bostoninstituteofanalytics.org::dcc44ee8-6a65-4538-a5e1-c87e14ca7a61" providerId="AD" clId="Web-{79E99A0B-E89E-FE9B-ACD5-3761BDB18D36}" dt="2023-10-06T09:30:34.181" v="1868" actId="20577"/>
        <pc:sldMkLst>
          <pc:docMk/>
          <pc:sldMk cId="2873889658" sldId="437"/>
        </pc:sldMkLst>
      </pc:sldChg>
    </pc:docChg>
  </pc:docChgLst>
  <pc:docChgLst>
    <pc:chgData name="Suraj Chopade" userId="S::suraj.chopade@bostoninstituteofanalytics.org::dcc44ee8-6a65-4538-a5e1-c87e14ca7a61" providerId="AD" clId="Web-{1658E1E6-4325-2A41-9B63-5774678CA48C}"/>
    <pc:docChg chg="modSld">
      <pc:chgData name="Suraj Chopade" userId="S::suraj.chopade@bostoninstituteofanalytics.org::dcc44ee8-6a65-4538-a5e1-c87e14ca7a61" providerId="AD" clId="Web-{1658E1E6-4325-2A41-9B63-5774678CA48C}" dt="2023-10-11T09:11:49.048" v="0" actId="20577"/>
      <pc:docMkLst>
        <pc:docMk/>
      </pc:docMkLst>
      <pc:sldChg chg="modSp">
        <pc:chgData name="Suraj Chopade" userId="S::suraj.chopade@bostoninstituteofanalytics.org::dcc44ee8-6a65-4538-a5e1-c87e14ca7a61" providerId="AD" clId="Web-{1658E1E6-4325-2A41-9B63-5774678CA48C}" dt="2023-10-11T09:11:49.048" v="0" actId="20577"/>
        <pc:sldMkLst>
          <pc:docMk/>
          <pc:sldMk cId="4076578880" sldId="484"/>
        </pc:sldMkLst>
      </pc:sldChg>
    </pc:docChg>
  </pc:docChgLst>
  <pc:docChgLst>
    <pc:chgData name="Suraj Chopade" userId="S::suraj.chopade@bostoninstituteofanalytics.org::dcc44ee8-6a65-4538-a5e1-c87e14ca7a61" providerId="AD" clId="Web-{871277BA-B0EF-046E-6F77-0D76881C4ACF}"/>
    <pc:docChg chg="addSld delSld modSld">
      <pc:chgData name="Suraj Chopade" userId="S::suraj.chopade@bostoninstituteofanalytics.org::dcc44ee8-6a65-4538-a5e1-c87e14ca7a61" providerId="AD" clId="Web-{871277BA-B0EF-046E-6F77-0D76881C4ACF}" dt="2023-10-09T13:46:24.317" v="725" actId="20577"/>
      <pc:docMkLst>
        <pc:docMk/>
      </pc:docMkLst>
      <pc:sldChg chg="modSp">
        <pc:chgData name="Suraj Chopade" userId="S::suraj.chopade@bostoninstituteofanalytics.org::dcc44ee8-6a65-4538-a5e1-c87e14ca7a61" providerId="AD" clId="Web-{871277BA-B0EF-046E-6F77-0D76881C4ACF}" dt="2023-10-09T12:01:08.907" v="19" actId="20577"/>
        <pc:sldMkLst>
          <pc:docMk/>
          <pc:sldMk cId="4076578880" sldId="484"/>
        </pc:sldMkLst>
      </pc:sldChg>
      <pc:sldChg chg="del">
        <pc:chgData name="Suraj Chopade" userId="S::suraj.chopade@bostoninstituteofanalytics.org::dcc44ee8-6a65-4538-a5e1-c87e14ca7a61" providerId="AD" clId="Web-{871277BA-B0EF-046E-6F77-0D76881C4ACF}" dt="2023-10-09T12:23:14.117" v="269"/>
        <pc:sldMkLst>
          <pc:docMk/>
          <pc:sldMk cId="2004310942" sldId="497"/>
        </pc:sldMkLst>
      </pc:sldChg>
      <pc:sldChg chg="del modNotes">
        <pc:chgData name="Suraj Chopade" userId="S::suraj.chopade@bostoninstituteofanalytics.org::dcc44ee8-6a65-4538-a5e1-c87e14ca7a61" providerId="AD" clId="Web-{871277BA-B0EF-046E-6F77-0D76881C4ACF}" dt="2023-10-09T12:23:14.117" v="268"/>
        <pc:sldMkLst>
          <pc:docMk/>
          <pc:sldMk cId="988374458" sldId="498"/>
        </pc:sldMkLst>
      </pc:sldChg>
      <pc:sldChg chg="addSp delSp modSp mod setBg">
        <pc:chgData name="Suraj Chopade" userId="S::suraj.chopade@bostoninstituteofanalytics.org::dcc44ee8-6a65-4538-a5e1-c87e14ca7a61" providerId="AD" clId="Web-{871277BA-B0EF-046E-6F77-0D76881C4ACF}" dt="2023-10-09T12:05:51.418" v="105" actId="1076"/>
        <pc:sldMkLst>
          <pc:docMk/>
          <pc:sldMk cId="578900116" sldId="499"/>
        </pc:sldMkLst>
      </pc:sldChg>
      <pc:sldChg chg="addSp modSp">
        <pc:chgData name="Suraj Chopade" userId="S::suraj.chopade@bostoninstituteofanalytics.org::dcc44ee8-6a65-4538-a5e1-c87e14ca7a61" providerId="AD" clId="Web-{871277BA-B0EF-046E-6F77-0D76881C4ACF}" dt="2023-10-09T12:17:19.884" v="198"/>
        <pc:sldMkLst>
          <pc:docMk/>
          <pc:sldMk cId="1360406204" sldId="500"/>
        </pc:sldMkLst>
      </pc:sldChg>
      <pc:sldChg chg="del">
        <pc:chgData name="Suraj Chopade" userId="S::suraj.chopade@bostoninstituteofanalytics.org::dcc44ee8-6a65-4538-a5e1-c87e14ca7a61" providerId="AD" clId="Web-{871277BA-B0EF-046E-6F77-0D76881C4ACF}" dt="2023-10-09T12:23:14.117" v="271"/>
        <pc:sldMkLst>
          <pc:docMk/>
          <pc:sldMk cId="518322288" sldId="501"/>
        </pc:sldMkLst>
      </pc:sldChg>
      <pc:sldChg chg="del modNotes">
        <pc:chgData name="Suraj Chopade" userId="S::suraj.chopade@bostoninstituteofanalytics.org::dcc44ee8-6a65-4538-a5e1-c87e14ca7a61" providerId="AD" clId="Web-{871277BA-B0EF-046E-6F77-0D76881C4ACF}" dt="2023-10-09T12:23:14.117" v="270"/>
        <pc:sldMkLst>
          <pc:docMk/>
          <pc:sldMk cId="2194005509" sldId="502"/>
        </pc:sldMkLst>
      </pc:sldChg>
      <pc:sldChg chg="del">
        <pc:chgData name="Suraj Chopade" userId="S::suraj.chopade@bostoninstituteofanalytics.org::dcc44ee8-6a65-4538-a5e1-c87e14ca7a61" providerId="AD" clId="Web-{871277BA-B0EF-046E-6F77-0D76881C4ACF}" dt="2023-10-09T12:23:14.117" v="272"/>
        <pc:sldMkLst>
          <pc:docMk/>
          <pc:sldMk cId="1122122428" sldId="503"/>
        </pc:sldMkLst>
      </pc:sldChg>
      <pc:sldChg chg="del modNotes">
        <pc:chgData name="Suraj Chopade" userId="S::suraj.chopade@bostoninstituteofanalytics.org::dcc44ee8-6a65-4538-a5e1-c87e14ca7a61" providerId="AD" clId="Web-{871277BA-B0EF-046E-6F77-0D76881C4ACF}" dt="2023-10-09T12:23:14.117" v="267"/>
        <pc:sldMkLst>
          <pc:docMk/>
          <pc:sldMk cId="3625850331" sldId="504"/>
        </pc:sldMkLst>
      </pc:sldChg>
      <pc:sldChg chg="del modNotes">
        <pc:chgData name="Suraj Chopade" userId="S::suraj.chopade@bostoninstituteofanalytics.org::dcc44ee8-6a65-4538-a5e1-c87e14ca7a61" providerId="AD" clId="Web-{871277BA-B0EF-046E-6F77-0D76881C4ACF}" dt="2023-10-09T12:23:14.117" v="266"/>
        <pc:sldMkLst>
          <pc:docMk/>
          <pc:sldMk cId="3589145878" sldId="505"/>
        </pc:sldMkLst>
      </pc:sldChg>
      <pc:sldChg chg="del modNotes">
        <pc:chgData name="Suraj Chopade" userId="S::suraj.chopade@bostoninstituteofanalytics.org::dcc44ee8-6a65-4538-a5e1-c87e14ca7a61" providerId="AD" clId="Web-{871277BA-B0EF-046E-6F77-0D76881C4ACF}" dt="2023-10-09T12:23:14.101" v="265"/>
        <pc:sldMkLst>
          <pc:docMk/>
          <pc:sldMk cId="1923082277" sldId="506"/>
        </pc:sldMkLst>
      </pc:sldChg>
      <pc:sldChg chg="modSp add replId modNotes">
        <pc:chgData name="Suraj Chopade" userId="S::suraj.chopade@bostoninstituteofanalytics.org::dcc44ee8-6a65-4538-a5e1-c87e14ca7a61" providerId="AD" clId="Web-{871277BA-B0EF-046E-6F77-0D76881C4ACF}" dt="2023-10-09T12:07:39.220" v="118" actId="1076"/>
        <pc:sldMkLst>
          <pc:docMk/>
          <pc:sldMk cId="3429011494" sldId="507"/>
        </pc:sldMkLst>
      </pc:sldChg>
      <pc:sldChg chg="delSp modSp add replId">
        <pc:chgData name="Suraj Chopade" userId="S::suraj.chopade@bostoninstituteofanalytics.org::dcc44ee8-6a65-4538-a5e1-c87e14ca7a61" providerId="AD" clId="Web-{871277BA-B0EF-046E-6F77-0D76881C4ACF}" dt="2023-10-09T12:23:05.320" v="263" actId="1076"/>
        <pc:sldMkLst>
          <pc:docMk/>
          <pc:sldMk cId="2109058008" sldId="508"/>
        </pc:sldMkLst>
      </pc:sldChg>
      <pc:sldChg chg="addSp modSp add replId">
        <pc:chgData name="Suraj Chopade" userId="S::suraj.chopade@bostoninstituteofanalytics.org::dcc44ee8-6a65-4538-a5e1-c87e14ca7a61" providerId="AD" clId="Web-{871277BA-B0EF-046E-6F77-0D76881C4ACF}" dt="2023-10-09T12:42:14.303" v="388" actId="1076"/>
        <pc:sldMkLst>
          <pc:docMk/>
          <pc:sldMk cId="4073982884" sldId="509"/>
        </pc:sldMkLst>
      </pc:sldChg>
      <pc:sldChg chg="addSp delSp modSp add replId">
        <pc:chgData name="Suraj Chopade" userId="S::suraj.chopade@bostoninstituteofanalytics.org::dcc44ee8-6a65-4538-a5e1-c87e14ca7a61" providerId="AD" clId="Web-{871277BA-B0EF-046E-6F77-0D76881C4ACF}" dt="2023-10-09T12:37:38.386" v="374" actId="1076"/>
        <pc:sldMkLst>
          <pc:docMk/>
          <pc:sldMk cId="3673880535" sldId="510"/>
        </pc:sldMkLst>
      </pc:sldChg>
      <pc:sldChg chg="addSp delSp modSp add replId">
        <pc:chgData name="Suraj Chopade" userId="S::suraj.chopade@bostoninstituteofanalytics.org::dcc44ee8-6a65-4538-a5e1-c87e14ca7a61" providerId="AD" clId="Web-{871277BA-B0EF-046E-6F77-0D76881C4ACF}" dt="2023-10-09T12:48:43.116" v="428" actId="1076"/>
        <pc:sldMkLst>
          <pc:docMk/>
          <pc:sldMk cId="3348851846" sldId="511"/>
        </pc:sldMkLst>
      </pc:sldChg>
      <pc:sldChg chg="addSp delSp modSp add replId">
        <pc:chgData name="Suraj Chopade" userId="S::suraj.chopade@bostoninstituteofanalytics.org::dcc44ee8-6a65-4538-a5e1-c87e14ca7a61" providerId="AD" clId="Web-{871277BA-B0EF-046E-6F77-0D76881C4ACF}" dt="2023-10-09T12:53:15.736" v="485"/>
        <pc:sldMkLst>
          <pc:docMk/>
          <pc:sldMk cId="2783178602" sldId="512"/>
        </pc:sldMkLst>
      </pc:sldChg>
      <pc:sldChg chg="addSp delSp modSp add replId">
        <pc:chgData name="Suraj Chopade" userId="S::suraj.chopade@bostoninstituteofanalytics.org::dcc44ee8-6a65-4538-a5e1-c87e14ca7a61" providerId="AD" clId="Web-{871277BA-B0EF-046E-6F77-0D76881C4ACF}" dt="2023-10-09T13:10:15.199" v="558" actId="1076"/>
        <pc:sldMkLst>
          <pc:docMk/>
          <pc:sldMk cId="1934922367" sldId="513"/>
        </pc:sldMkLst>
      </pc:sldChg>
      <pc:sldChg chg="delSp modSp add replId">
        <pc:chgData name="Suraj Chopade" userId="S::suraj.chopade@bostoninstituteofanalytics.org::dcc44ee8-6a65-4538-a5e1-c87e14ca7a61" providerId="AD" clId="Web-{871277BA-B0EF-046E-6F77-0D76881C4ACF}" dt="2023-10-09T13:14:29.991" v="592" actId="20577"/>
        <pc:sldMkLst>
          <pc:docMk/>
          <pc:sldMk cId="1143699311" sldId="514"/>
        </pc:sldMkLst>
      </pc:sldChg>
      <pc:sldChg chg="modSp add replId">
        <pc:chgData name="Suraj Chopade" userId="S::suraj.chopade@bostoninstituteofanalytics.org::dcc44ee8-6a65-4538-a5e1-c87e14ca7a61" providerId="AD" clId="Web-{871277BA-B0EF-046E-6F77-0D76881C4ACF}" dt="2023-10-09T13:23:02.074" v="606" actId="1076"/>
        <pc:sldMkLst>
          <pc:docMk/>
          <pc:sldMk cId="1515212310" sldId="515"/>
        </pc:sldMkLst>
      </pc:sldChg>
      <pc:sldChg chg="modSp add replId">
        <pc:chgData name="Suraj Chopade" userId="S::suraj.chopade@bostoninstituteofanalytics.org::dcc44ee8-6a65-4538-a5e1-c87e14ca7a61" providerId="AD" clId="Web-{871277BA-B0EF-046E-6F77-0D76881C4ACF}" dt="2023-10-09T13:46:24.317" v="725" actId="20577"/>
        <pc:sldMkLst>
          <pc:docMk/>
          <pc:sldMk cId="3995488828" sldId="516"/>
        </pc:sldMkLst>
      </pc:sldChg>
      <pc:sldChg chg="addSp delSp modSp add del replId">
        <pc:chgData name="Suraj Chopade" userId="S::suraj.chopade@bostoninstituteofanalytics.org::dcc44ee8-6a65-4538-a5e1-c87e14ca7a61" providerId="AD" clId="Web-{871277BA-B0EF-046E-6F77-0D76881C4ACF}" dt="2023-10-09T13:36:36.419" v="638"/>
        <pc:sldMkLst>
          <pc:docMk/>
          <pc:sldMk cId="2236267859" sldId="517"/>
        </pc:sldMkLst>
      </pc:sldChg>
      <pc:sldChg chg="modSp add replId">
        <pc:chgData name="Suraj Chopade" userId="S::suraj.chopade@bostoninstituteofanalytics.org::dcc44ee8-6a65-4538-a5e1-c87e14ca7a61" providerId="AD" clId="Web-{871277BA-B0EF-046E-6F77-0D76881C4ACF}" dt="2023-10-09T13:36:03.167" v="637" actId="1076"/>
        <pc:sldMkLst>
          <pc:docMk/>
          <pc:sldMk cId="165767550" sldId="518"/>
        </pc:sldMkLst>
      </pc:sldChg>
      <pc:sldChg chg="addSp delSp modSp add replId">
        <pc:chgData name="Suraj Chopade" userId="S::suraj.chopade@bostoninstituteofanalytics.org::dcc44ee8-6a65-4538-a5e1-c87e14ca7a61" providerId="AD" clId="Web-{871277BA-B0EF-046E-6F77-0D76881C4ACF}" dt="2023-10-09T13:41:31.384" v="675" actId="1076"/>
        <pc:sldMkLst>
          <pc:docMk/>
          <pc:sldMk cId="1155787438" sldId="519"/>
        </pc:sldMkLst>
      </pc:sldChg>
      <pc:sldChg chg="addSp delSp modSp add replId">
        <pc:chgData name="Suraj Chopade" userId="S::suraj.chopade@bostoninstituteofanalytics.org::dcc44ee8-6a65-4538-a5e1-c87e14ca7a61" providerId="AD" clId="Web-{871277BA-B0EF-046E-6F77-0D76881C4ACF}" dt="2023-10-09T13:46:07.629" v="723" actId="1076"/>
        <pc:sldMkLst>
          <pc:docMk/>
          <pc:sldMk cId="754042340" sldId="520"/>
        </pc:sldMkLst>
      </pc:sldChg>
    </pc:docChg>
  </pc:docChgLst>
  <pc:docChgLst>
    <pc:chgData name="Suraj Chopade" userId="S::suraj.chopade@bostoninstituteofanalytics.org::dcc44ee8-6a65-4538-a5e1-c87e14ca7a61" providerId="AD" clId="Web-{9461D074-1CD4-7D5E-CEA2-63DB3B209737}"/>
    <pc:docChg chg="modSld">
      <pc:chgData name="Suraj Chopade" userId="S::suraj.chopade@bostoninstituteofanalytics.org::dcc44ee8-6a65-4538-a5e1-c87e14ca7a61" providerId="AD" clId="Web-{9461D074-1CD4-7D5E-CEA2-63DB3B209737}" dt="2023-10-09T05:59:41.153" v="1" actId="1076"/>
      <pc:docMkLst>
        <pc:docMk/>
      </pc:docMkLst>
      <pc:sldChg chg="modSp">
        <pc:chgData name="Suraj Chopade" userId="S::suraj.chopade@bostoninstituteofanalytics.org::dcc44ee8-6a65-4538-a5e1-c87e14ca7a61" providerId="AD" clId="Web-{9461D074-1CD4-7D5E-CEA2-63DB3B209737}" dt="2023-10-09T05:59:41.153" v="1" actId="1076"/>
        <pc:sldMkLst>
          <pc:docMk/>
          <pc:sldMk cId="1726830" sldId="314"/>
        </pc:sldMkLst>
      </pc:sldChg>
    </pc:docChg>
  </pc:docChgLst>
  <pc:docChgLst>
    <pc:chgData name="Suraj Chopade" userId="S::suraj.chopade@bostoninstituteofanalytics.org::dcc44ee8-6a65-4538-a5e1-c87e14ca7a61" providerId="AD" clId="Web-{97BB9C32-BD62-59A5-501C-F56C20C55D50}"/>
    <pc:docChg chg="addSld">
      <pc:chgData name="Suraj Chopade" userId="S::suraj.chopade@bostoninstituteofanalytics.org::dcc44ee8-6a65-4538-a5e1-c87e14ca7a61" providerId="AD" clId="Web-{97BB9C32-BD62-59A5-501C-F56C20C55D50}" dt="2024-07-16T07:42:52.247" v="0"/>
      <pc:docMkLst>
        <pc:docMk/>
      </pc:docMkLst>
      <pc:sldChg chg="add">
        <pc:chgData name="Suraj Chopade" userId="S::suraj.chopade@bostoninstituteofanalytics.org::dcc44ee8-6a65-4538-a5e1-c87e14ca7a61" providerId="AD" clId="Web-{97BB9C32-BD62-59A5-501C-F56C20C55D50}" dt="2024-07-16T07:42:52.247" v="0"/>
        <pc:sldMkLst>
          <pc:docMk/>
          <pc:sldMk cId="228880180" sldId="566"/>
        </pc:sldMkLst>
      </pc:sldChg>
    </pc:docChg>
  </pc:docChgLst>
  <pc:docChgLst>
    <pc:chgData name="Suraj Chopade" userId="S::suraj.chopade@bostoninstituteofanalytics.org::dcc44ee8-6a65-4538-a5e1-c87e14ca7a61" providerId="AD" clId="Web-{42544C3E-FB58-70A6-CC1F-8FE66E61D5EE}"/>
    <pc:docChg chg="addSld modSld">
      <pc:chgData name="Suraj Chopade" userId="S::suraj.chopade@bostoninstituteofanalytics.org::dcc44ee8-6a65-4538-a5e1-c87e14ca7a61" providerId="AD" clId="Web-{42544C3E-FB58-70A6-CC1F-8FE66E61D5EE}" dt="2023-10-09T10:16:04.061" v="358" actId="20577"/>
      <pc:docMkLst>
        <pc:docMk/>
      </pc:docMkLst>
      <pc:sldChg chg="delSp modSp">
        <pc:chgData name="Suraj Chopade" userId="S::suraj.chopade@bostoninstituteofanalytics.org::dcc44ee8-6a65-4538-a5e1-c87e14ca7a61" providerId="AD" clId="Web-{42544C3E-FB58-70A6-CC1F-8FE66E61D5EE}" dt="2023-10-09T09:32:41.543" v="137" actId="1076"/>
        <pc:sldMkLst>
          <pc:docMk/>
          <pc:sldMk cId="1726830" sldId="314"/>
        </pc:sldMkLst>
      </pc:sldChg>
      <pc:sldChg chg="delSp">
        <pc:chgData name="Suraj Chopade" userId="S::suraj.chopade@bostoninstituteofanalytics.org::dcc44ee8-6a65-4538-a5e1-c87e14ca7a61" providerId="AD" clId="Web-{42544C3E-FB58-70A6-CC1F-8FE66E61D5EE}" dt="2023-10-09T09:32:46.512" v="139"/>
        <pc:sldMkLst>
          <pc:docMk/>
          <pc:sldMk cId="3582198988" sldId="485"/>
        </pc:sldMkLst>
      </pc:sldChg>
      <pc:sldChg chg="delSp">
        <pc:chgData name="Suraj Chopade" userId="S::suraj.chopade@bostoninstituteofanalytics.org::dcc44ee8-6a65-4538-a5e1-c87e14ca7a61" providerId="AD" clId="Web-{42544C3E-FB58-70A6-CC1F-8FE66E61D5EE}" dt="2023-10-09T09:32:49.684" v="140"/>
        <pc:sldMkLst>
          <pc:docMk/>
          <pc:sldMk cId="3025139516" sldId="486"/>
        </pc:sldMkLst>
      </pc:sldChg>
      <pc:sldChg chg="delSp">
        <pc:chgData name="Suraj Chopade" userId="S::suraj.chopade@bostoninstituteofanalytics.org::dcc44ee8-6a65-4538-a5e1-c87e14ca7a61" providerId="AD" clId="Web-{42544C3E-FB58-70A6-CC1F-8FE66E61D5EE}" dt="2023-10-09T09:32:34.418" v="135"/>
        <pc:sldMkLst>
          <pc:docMk/>
          <pc:sldMk cId="170298293" sldId="487"/>
        </pc:sldMkLst>
      </pc:sldChg>
      <pc:sldChg chg="delSp">
        <pc:chgData name="Suraj Chopade" userId="S::suraj.chopade@bostoninstituteofanalytics.org::dcc44ee8-6a65-4538-a5e1-c87e14ca7a61" providerId="AD" clId="Web-{42544C3E-FB58-70A6-CC1F-8FE66E61D5EE}" dt="2023-10-09T09:32:32.652" v="134"/>
        <pc:sldMkLst>
          <pc:docMk/>
          <pc:sldMk cId="2393680182" sldId="488"/>
        </pc:sldMkLst>
      </pc:sldChg>
      <pc:sldChg chg="delSp">
        <pc:chgData name="Suraj Chopade" userId="S::suraj.chopade@bostoninstituteofanalytics.org::dcc44ee8-6a65-4538-a5e1-c87e14ca7a61" providerId="AD" clId="Web-{42544C3E-FB58-70A6-CC1F-8FE66E61D5EE}" dt="2023-10-09T09:32:30.355" v="133"/>
        <pc:sldMkLst>
          <pc:docMk/>
          <pc:sldMk cId="1794145806" sldId="489"/>
        </pc:sldMkLst>
      </pc:sldChg>
      <pc:sldChg chg="delSp">
        <pc:chgData name="Suraj Chopade" userId="S::suraj.chopade@bostoninstituteofanalytics.org::dcc44ee8-6a65-4538-a5e1-c87e14ca7a61" providerId="AD" clId="Web-{42544C3E-FB58-70A6-CC1F-8FE66E61D5EE}" dt="2023-10-09T09:32:23.418" v="130"/>
        <pc:sldMkLst>
          <pc:docMk/>
          <pc:sldMk cId="1281757821" sldId="490"/>
        </pc:sldMkLst>
      </pc:sldChg>
      <pc:sldChg chg="delSp">
        <pc:chgData name="Suraj Chopade" userId="S::suraj.chopade@bostoninstituteofanalytics.org::dcc44ee8-6a65-4538-a5e1-c87e14ca7a61" providerId="AD" clId="Web-{42544C3E-FB58-70A6-CC1F-8FE66E61D5EE}" dt="2023-10-09T09:32:28.715" v="132"/>
        <pc:sldMkLst>
          <pc:docMk/>
          <pc:sldMk cId="3802794363" sldId="491"/>
        </pc:sldMkLst>
      </pc:sldChg>
      <pc:sldChg chg="delSp">
        <pc:chgData name="Suraj Chopade" userId="S::suraj.chopade@bostoninstituteofanalytics.org::dcc44ee8-6a65-4538-a5e1-c87e14ca7a61" providerId="AD" clId="Web-{42544C3E-FB58-70A6-CC1F-8FE66E61D5EE}" dt="2023-10-09T09:32:26.261" v="131"/>
        <pc:sldMkLst>
          <pc:docMk/>
          <pc:sldMk cId="15428375" sldId="492"/>
        </pc:sldMkLst>
      </pc:sldChg>
      <pc:sldChg chg="delSp">
        <pc:chgData name="Suraj Chopade" userId="S::suraj.chopade@bostoninstituteofanalytics.org::dcc44ee8-6a65-4538-a5e1-c87e14ca7a61" providerId="AD" clId="Web-{42544C3E-FB58-70A6-CC1F-8FE66E61D5EE}" dt="2023-10-09T09:32:58.981" v="141"/>
        <pc:sldMkLst>
          <pc:docMk/>
          <pc:sldMk cId="2447148602" sldId="493"/>
        </pc:sldMkLst>
      </pc:sldChg>
      <pc:sldChg chg="delSp">
        <pc:chgData name="Suraj Chopade" userId="S::suraj.chopade@bostoninstituteofanalytics.org::dcc44ee8-6a65-4538-a5e1-c87e14ca7a61" providerId="AD" clId="Web-{42544C3E-FB58-70A6-CC1F-8FE66E61D5EE}" dt="2023-10-09T09:33:01.903" v="142"/>
        <pc:sldMkLst>
          <pc:docMk/>
          <pc:sldMk cId="3592800487" sldId="494"/>
        </pc:sldMkLst>
      </pc:sldChg>
      <pc:sldChg chg="delSp">
        <pc:chgData name="Suraj Chopade" userId="S::suraj.chopade@bostoninstituteofanalytics.org::dcc44ee8-6a65-4538-a5e1-c87e14ca7a61" providerId="AD" clId="Web-{42544C3E-FB58-70A6-CC1F-8FE66E61D5EE}" dt="2023-10-09T09:33:04.825" v="143"/>
        <pc:sldMkLst>
          <pc:docMk/>
          <pc:sldMk cId="3469038299" sldId="495"/>
        </pc:sldMkLst>
      </pc:sldChg>
      <pc:sldChg chg="delSp modSp">
        <pc:chgData name="Suraj Chopade" userId="S::suraj.chopade@bostoninstituteofanalytics.org::dcc44ee8-6a65-4538-a5e1-c87e14ca7a61" providerId="AD" clId="Web-{42544C3E-FB58-70A6-CC1F-8FE66E61D5EE}" dt="2023-10-09T10:16:04.061" v="358" actId="20577"/>
        <pc:sldMkLst>
          <pc:docMk/>
          <pc:sldMk cId="3658381137" sldId="496"/>
        </pc:sldMkLst>
      </pc:sldChg>
      <pc:sldChg chg="addSp delSp modSp add replId">
        <pc:chgData name="Suraj Chopade" userId="S::suraj.chopade@bostoninstituteofanalytics.org::dcc44ee8-6a65-4538-a5e1-c87e14ca7a61" providerId="AD" clId="Web-{42544C3E-FB58-70A6-CC1F-8FE66E61D5EE}" dt="2023-10-09T09:31:56.792" v="129"/>
        <pc:sldMkLst>
          <pc:docMk/>
          <pc:sldMk cId="889843261" sldId="504"/>
        </pc:sldMkLst>
      </pc:sldChg>
      <pc:sldChg chg="addSp delSp modSp add replId">
        <pc:chgData name="Suraj Chopade" userId="S::suraj.chopade@bostoninstituteofanalytics.org::dcc44ee8-6a65-4538-a5e1-c87e14ca7a61" providerId="AD" clId="Web-{42544C3E-FB58-70A6-CC1F-8FE66E61D5EE}" dt="2023-10-09T09:57:50.684" v="150" actId="20577"/>
        <pc:sldMkLst>
          <pc:docMk/>
          <pc:sldMk cId="189096696" sldId="505"/>
        </pc:sldMkLst>
      </pc:sldChg>
      <pc:sldChg chg="delSp modSp add replId">
        <pc:chgData name="Suraj Chopade" userId="S::suraj.chopade@bostoninstituteofanalytics.org::dcc44ee8-6a65-4538-a5e1-c87e14ca7a61" providerId="AD" clId="Web-{42544C3E-FB58-70A6-CC1F-8FE66E61D5EE}" dt="2023-10-09T09:59:35.343" v="189" actId="20577"/>
        <pc:sldMkLst>
          <pc:docMk/>
          <pc:sldMk cId="3932013374" sldId="506"/>
        </pc:sldMkLst>
      </pc:sldChg>
      <pc:sldChg chg="modSp add replId">
        <pc:chgData name="Suraj Chopade" userId="S::suraj.chopade@bostoninstituteofanalytics.org::dcc44ee8-6a65-4538-a5e1-c87e14ca7a61" providerId="AD" clId="Web-{42544C3E-FB58-70A6-CC1F-8FE66E61D5EE}" dt="2023-10-09T09:59:59.672" v="200" actId="20577"/>
        <pc:sldMkLst>
          <pc:docMk/>
          <pc:sldMk cId="4290452773" sldId="507"/>
        </pc:sldMkLst>
      </pc:sldChg>
      <pc:sldChg chg="modSp add replId">
        <pc:chgData name="Suraj Chopade" userId="S::suraj.chopade@bostoninstituteofanalytics.org::dcc44ee8-6a65-4538-a5e1-c87e14ca7a61" providerId="AD" clId="Web-{42544C3E-FB58-70A6-CC1F-8FE66E61D5EE}" dt="2023-10-09T10:14:35.840" v="334" actId="1076"/>
        <pc:sldMkLst>
          <pc:docMk/>
          <pc:sldMk cId="39558220" sldId="508"/>
        </pc:sldMkLst>
      </pc:sldChg>
      <pc:sldChg chg="delSp modSp add replId">
        <pc:chgData name="Suraj Chopade" userId="S::suraj.chopade@bostoninstituteofanalytics.org::dcc44ee8-6a65-4538-a5e1-c87e14ca7a61" providerId="AD" clId="Web-{42544C3E-FB58-70A6-CC1F-8FE66E61D5EE}" dt="2023-10-09T10:14:51.106" v="336" actId="20577"/>
        <pc:sldMkLst>
          <pc:docMk/>
          <pc:sldMk cId="4287738320" sldId="509"/>
        </pc:sldMkLst>
      </pc:sldChg>
    </pc:docChg>
  </pc:docChgLst>
  <pc:docChgLst>
    <pc:chgData name="Suraj Chopade" userId="S::suraj.chopade@bostoninstituteofanalytics.org::dcc44ee8-6a65-4538-a5e1-c87e14ca7a61" providerId="AD" clId="Web-{42A6E2D6-91D0-59DF-ED35-F9C2F00ACF86}"/>
    <pc:docChg chg="addSld delSld modSld sldOrd">
      <pc:chgData name="Suraj Chopade" userId="S::suraj.chopade@bostoninstituteofanalytics.org::dcc44ee8-6a65-4538-a5e1-c87e14ca7a61" providerId="AD" clId="Web-{42A6E2D6-91D0-59DF-ED35-F9C2F00ACF86}" dt="2023-10-05T10:24:48.730" v="1744"/>
      <pc:docMkLst>
        <pc:docMk/>
      </pc:docMkLst>
      <pc:sldChg chg="addSp delSp modSp">
        <pc:chgData name="Suraj Chopade" userId="S::suraj.chopade@bostoninstituteofanalytics.org::dcc44ee8-6a65-4538-a5e1-c87e14ca7a61" providerId="AD" clId="Web-{42A6E2D6-91D0-59DF-ED35-F9C2F00ACF86}" dt="2023-10-05T07:11:49.844" v="46" actId="20577"/>
        <pc:sldMkLst>
          <pc:docMk/>
          <pc:sldMk cId="4235558439" sldId="287"/>
        </pc:sldMkLst>
      </pc:sldChg>
      <pc:sldChg chg="addSp delSp modSp mod setBg">
        <pc:chgData name="Suraj Chopade" userId="S::suraj.chopade@bostoninstituteofanalytics.org::dcc44ee8-6a65-4538-a5e1-c87e14ca7a61" providerId="AD" clId="Web-{42A6E2D6-91D0-59DF-ED35-F9C2F00ACF86}" dt="2023-10-05T07:17:43.541" v="99" actId="1076"/>
        <pc:sldMkLst>
          <pc:docMk/>
          <pc:sldMk cId="1726830" sldId="314"/>
        </pc:sldMkLst>
      </pc:sldChg>
      <pc:sldChg chg="addSp modSp">
        <pc:chgData name="Suraj Chopade" userId="S::suraj.chopade@bostoninstituteofanalytics.org::dcc44ee8-6a65-4538-a5e1-c87e14ca7a61" providerId="AD" clId="Web-{42A6E2D6-91D0-59DF-ED35-F9C2F00ACF86}" dt="2023-10-05T08:36:34.471" v="980" actId="1076"/>
        <pc:sldMkLst>
          <pc:docMk/>
          <pc:sldMk cId="693713431" sldId="332"/>
        </pc:sldMkLst>
      </pc:sldChg>
      <pc:sldChg chg="modSp">
        <pc:chgData name="Suraj Chopade" userId="S::suraj.chopade@bostoninstituteofanalytics.org::dcc44ee8-6a65-4538-a5e1-c87e14ca7a61" providerId="AD" clId="Web-{42A6E2D6-91D0-59DF-ED35-F9C2F00ACF86}" dt="2023-10-05T08:58:10.412" v="1342" actId="20577"/>
        <pc:sldMkLst>
          <pc:docMk/>
          <pc:sldMk cId="4254827648" sldId="333"/>
        </pc:sldMkLst>
      </pc:sldChg>
      <pc:sldChg chg="modSp del">
        <pc:chgData name="Suraj Chopade" userId="S::suraj.chopade@bostoninstituteofanalytics.org::dcc44ee8-6a65-4538-a5e1-c87e14ca7a61" providerId="AD" clId="Web-{42A6E2D6-91D0-59DF-ED35-F9C2F00ACF86}" dt="2023-10-05T10:24:25.338" v="1742"/>
        <pc:sldMkLst>
          <pc:docMk/>
          <pc:sldMk cId="1495372664" sldId="334"/>
        </pc:sldMkLst>
      </pc:sldChg>
      <pc:sldChg chg="del">
        <pc:chgData name="Suraj Chopade" userId="S::suraj.chopade@bostoninstituteofanalytics.org::dcc44ee8-6a65-4538-a5e1-c87e14ca7a61" providerId="AD" clId="Web-{42A6E2D6-91D0-59DF-ED35-F9C2F00ACF86}" dt="2023-10-05T09:49:55.300" v="1605"/>
        <pc:sldMkLst>
          <pc:docMk/>
          <pc:sldMk cId="2391541824" sldId="335"/>
        </pc:sldMkLst>
      </pc:sldChg>
      <pc:sldChg chg="del">
        <pc:chgData name="Suraj Chopade" userId="S::suraj.chopade@bostoninstituteofanalytics.org::dcc44ee8-6a65-4538-a5e1-c87e14ca7a61" providerId="AD" clId="Web-{42A6E2D6-91D0-59DF-ED35-F9C2F00ACF86}" dt="2023-10-05T09:49:55.284" v="1604"/>
        <pc:sldMkLst>
          <pc:docMk/>
          <pc:sldMk cId="3716890899" sldId="336"/>
        </pc:sldMkLst>
      </pc:sldChg>
      <pc:sldChg chg="del">
        <pc:chgData name="Suraj Chopade" userId="S::suraj.chopade@bostoninstituteofanalytics.org::dcc44ee8-6a65-4538-a5e1-c87e14ca7a61" providerId="AD" clId="Web-{42A6E2D6-91D0-59DF-ED35-F9C2F00ACF86}" dt="2023-10-05T09:49:55.284" v="1601"/>
        <pc:sldMkLst>
          <pc:docMk/>
          <pc:sldMk cId="1795554002" sldId="337"/>
        </pc:sldMkLst>
      </pc:sldChg>
      <pc:sldChg chg="del">
        <pc:chgData name="Suraj Chopade" userId="S::suraj.chopade@bostoninstituteofanalytics.org::dcc44ee8-6a65-4538-a5e1-c87e14ca7a61" providerId="AD" clId="Web-{42A6E2D6-91D0-59DF-ED35-F9C2F00ACF86}" dt="2023-10-05T09:49:55.284" v="1600"/>
        <pc:sldMkLst>
          <pc:docMk/>
          <pc:sldMk cId="2148243153" sldId="338"/>
        </pc:sldMkLst>
      </pc:sldChg>
      <pc:sldChg chg="del">
        <pc:chgData name="Suraj Chopade" userId="S::suraj.chopade@bostoninstituteofanalytics.org::dcc44ee8-6a65-4538-a5e1-c87e14ca7a61" providerId="AD" clId="Web-{42A6E2D6-91D0-59DF-ED35-F9C2F00ACF86}" dt="2023-10-05T09:49:55.284" v="1603"/>
        <pc:sldMkLst>
          <pc:docMk/>
          <pc:sldMk cId="2285600836" sldId="339"/>
        </pc:sldMkLst>
      </pc:sldChg>
      <pc:sldChg chg="del">
        <pc:chgData name="Suraj Chopade" userId="S::suraj.chopade@bostoninstituteofanalytics.org::dcc44ee8-6a65-4538-a5e1-c87e14ca7a61" providerId="AD" clId="Web-{42A6E2D6-91D0-59DF-ED35-F9C2F00ACF86}" dt="2023-10-05T09:49:55.284" v="1602"/>
        <pc:sldMkLst>
          <pc:docMk/>
          <pc:sldMk cId="208652236" sldId="340"/>
        </pc:sldMkLst>
      </pc:sldChg>
      <pc:sldChg chg="del">
        <pc:chgData name="Suraj Chopade" userId="S::suraj.chopade@bostoninstituteofanalytics.org::dcc44ee8-6a65-4538-a5e1-c87e14ca7a61" providerId="AD" clId="Web-{42A6E2D6-91D0-59DF-ED35-F9C2F00ACF86}" dt="2023-10-05T09:49:55.284" v="1599"/>
        <pc:sldMkLst>
          <pc:docMk/>
          <pc:sldMk cId="2546236837" sldId="341"/>
        </pc:sldMkLst>
      </pc:sldChg>
      <pc:sldChg chg="addSp delSp modSp add replId">
        <pc:chgData name="Suraj Chopade" userId="S::suraj.chopade@bostoninstituteofanalytics.org::dcc44ee8-6a65-4538-a5e1-c87e14ca7a61" providerId="AD" clId="Web-{42A6E2D6-91D0-59DF-ED35-F9C2F00ACF86}" dt="2023-10-05T07:25:43.852" v="169" actId="1076"/>
        <pc:sldMkLst>
          <pc:docMk/>
          <pc:sldMk cId="3709622772" sldId="342"/>
        </pc:sldMkLst>
      </pc:sldChg>
      <pc:sldChg chg="modSp add replId">
        <pc:chgData name="Suraj Chopade" userId="S::suraj.chopade@bostoninstituteofanalytics.org::dcc44ee8-6a65-4538-a5e1-c87e14ca7a61" providerId="AD" clId="Web-{42A6E2D6-91D0-59DF-ED35-F9C2F00ACF86}" dt="2023-10-05T07:27:51.246" v="178" actId="20577"/>
        <pc:sldMkLst>
          <pc:docMk/>
          <pc:sldMk cId="998055449" sldId="343"/>
        </pc:sldMkLst>
      </pc:sldChg>
      <pc:sldChg chg="modSp add replId">
        <pc:chgData name="Suraj Chopade" userId="S::suraj.chopade@bostoninstituteofanalytics.org::dcc44ee8-6a65-4538-a5e1-c87e14ca7a61" providerId="AD" clId="Web-{42A6E2D6-91D0-59DF-ED35-F9C2F00ACF86}" dt="2023-10-05T07:29:43.937" v="199" actId="14100"/>
        <pc:sldMkLst>
          <pc:docMk/>
          <pc:sldMk cId="3211538988" sldId="344"/>
        </pc:sldMkLst>
      </pc:sldChg>
      <pc:sldChg chg="addSp delSp modSp add replId">
        <pc:chgData name="Suraj Chopade" userId="S::suraj.chopade@bostoninstituteofanalytics.org::dcc44ee8-6a65-4538-a5e1-c87e14ca7a61" providerId="AD" clId="Web-{42A6E2D6-91D0-59DF-ED35-F9C2F00ACF86}" dt="2023-10-05T07:36:43.433" v="246" actId="1076"/>
        <pc:sldMkLst>
          <pc:docMk/>
          <pc:sldMk cId="1589054290" sldId="345"/>
        </pc:sldMkLst>
      </pc:sldChg>
      <pc:sldChg chg="delSp modSp add replId">
        <pc:chgData name="Suraj Chopade" userId="S::suraj.chopade@bostoninstituteofanalytics.org::dcc44ee8-6a65-4538-a5e1-c87e14ca7a61" providerId="AD" clId="Web-{42A6E2D6-91D0-59DF-ED35-F9C2F00ACF86}" dt="2023-10-05T07:42:54.928" v="318" actId="20577"/>
        <pc:sldMkLst>
          <pc:docMk/>
          <pc:sldMk cId="2822367668" sldId="346"/>
        </pc:sldMkLst>
      </pc:sldChg>
      <pc:sldChg chg="modSp add replId">
        <pc:chgData name="Suraj Chopade" userId="S::suraj.chopade@bostoninstituteofanalytics.org::dcc44ee8-6a65-4538-a5e1-c87e14ca7a61" providerId="AD" clId="Web-{42A6E2D6-91D0-59DF-ED35-F9C2F00ACF86}" dt="2023-10-05T07:43:19.695" v="327" actId="20577"/>
        <pc:sldMkLst>
          <pc:docMk/>
          <pc:sldMk cId="2851047092" sldId="347"/>
        </pc:sldMkLst>
      </pc:sldChg>
      <pc:sldChg chg="modSp add replId">
        <pc:chgData name="Suraj Chopade" userId="S::suraj.chopade@bostoninstituteofanalytics.org::dcc44ee8-6a65-4538-a5e1-c87e14ca7a61" providerId="AD" clId="Web-{42A6E2D6-91D0-59DF-ED35-F9C2F00ACF86}" dt="2023-10-05T07:49:32.455" v="458" actId="20577"/>
        <pc:sldMkLst>
          <pc:docMk/>
          <pc:sldMk cId="2195828354" sldId="348"/>
        </pc:sldMkLst>
      </pc:sldChg>
      <pc:sldChg chg="modSp add replId">
        <pc:chgData name="Suraj Chopade" userId="S::suraj.chopade@bostoninstituteofanalytics.org::dcc44ee8-6a65-4538-a5e1-c87e14ca7a61" providerId="AD" clId="Web-{42A6E2D6-91D0-59DF-ED35-F9C2F00ACF86}" dt="2023-10-05T09:50:40.473" v="1607" actId="20577"/>
        <pc:sldMkLst>
          <pc:docMk/>
          <pc:sldMk cId="2280237744" sldId="349"/>
        </pc:sldMkLst>
      </pc:sldChg>
      <pc:sldChg chg="modSp add replId">
        <pc:chgData name="Suraj Chopade" userId="S::suraj.chopade@bostoninstituteofanalytics.org::dcc44ee8-6a65-4538-a5e1-c87e14ca7a61" providerId="AD" clId="Web-{42A6E2D6-91D0-59DF-ED35-F9C2F00ACF86}" dt="2023-10-05T07:52:53.039" v="488" actId="20577"/>
        <pc:sldMkLst>
          <pc:docMk/>
          <pc:sldMk cId="1145284372" sldId="350"/>
        </pc:sldMkLst>
      </pc:sldChg>
      <pc:sldChg chg="addSp modSp add replId">
        <pc:chgData name="Suraj Chopade" userId="S::suraj.chopade@bostoninstituteofanalytics.org::dcc44ee8-6a65-4538-a5e1-c87e14ca7a61" providerId="AD" clId="Web-{42A6E2D6-91D0-59DF-ED35-F9C2F00ACF86}" dt="2023-10-05T08:09:44.225" v="685" actId="20577"/>
        <pc:sldMkLst>
          <pc:docMk/>
          <pc:sldMk cId="3488034501" sldId="351"/>
        </pc:sldMkLst>
      </pc:sldChg>
      <pc:sldChg chg="modSp add ord replId">
        <pc:chgData name="Suraj Chopade" userId="S::suraj.chopade@bostoninstituteofanalytics.org::dcc44ee8-6a65-4538-a5e1-c87e14ca7a61" providerId="AD" clId="Web-{42A6E2D6-91D0-59DF-ED35-F9C2F00ACF86}" dt="2023-10-05T08:14:30.811" v="776" actId="1076"/>
        <pc:sldMkLst>
          <pc:docMk/>
          <pc:sldMk cId="3822785467" sldId="352"/>
        </pc:sldMkLst>
      </pc:sldChg>
      <pc:sldChg chg="addSp modSp add replId">
        <pc:chgData name="Suraj Chopade" userId="S::suraj.chopade@bostoninstituteofanalytics.org::dcc44ee8-6a65-4538-a5e1-c87e14ca7a61" providerId="AD" clId="Web-{42A6E2D6-91D0-59DF-ED35-F9C2F00ACF86}" dt="2023-10-05T08:21:29.714" v="875" actId="1076"/>
        <pc:sldMkLst>
          <pc:docMk/>
          <pc:sldMk cId="2383408920" sldId="353"/>
        </pc:sldMkLst>
      </pc:sldChg>
      <pc:sldChg chg="addSp delSp modSp add replId">
        <pc:chgData name="Suraj Chopade" userId="S::suraj.chopade@bostoninstituteofanalytics.org::dcc44ee8-6a65-4538-a5e1-c87e14ca7a61" providerId="AD" clId="Web-{42A6E2D6-91D0-59DF-ED35-F9C2F00ACF86}" dt="2023-10-05T08:39:32.226" v="985" actId="1076"/>
        <pc:sldMkLst>
          <pc:docMk/>
          <pc:sldMk cId="1637956367" sldId="354"/>
        </pc:sldMkLst>
      </pc:sldChg>
      <pc:sldChg chg="addSp delSp modSp add replId">
        <pc:chgData name="Suraj Chopade" userId="S::suraj.chopade@bostoninstituteofanalytics.org::dcc44ee8-6a65-4538-a5e1-c87e14ca7a61" providerId="AD" clId="Web-{42A6E2D6-91D0-59DF-ED35-F9C2F00ACF86}" dt="2023-10-05T08:43:03.435" v="1026" actId="1076"/>
        <pc:sldMkLst>
          <pc:docMk/>
          <pc:sldMk cId="543563370" sldId="355"/>
        </pc:sldMkLst>
      </pc:sldChg>
      <pc:sldChg chg="addSp delSp modSp add replId">
        <pc:chgData name="Suraj Chopade" userId="S::suraj.chopade@bostoninstituteofanalytics.org::dcc44ee8-6a65-4538-a5e1-c87e14ca7a61" providerId="AD" clId="Web-{42A6E2D6-91D0-59DF-ED35-F9C2F00ACF86}" dt="2023-10-05T08:54:35.047" v="1288"/>
        <pc:sldMkLst>
          <pc:docMk/>
          <pc:sldMk cId="3509703634" sldId="356"/>
        </pc:sldMkLst>
      </pc:sldChg>
      <pc:sldChg chg="addSp modSp add replId">
        <pc:chgData name="Suraj Chopade" userId="S::suraj.chopade@bostoninstituteofanalytics.org::dcc44ee8-6a65-4538-a5e1-c87e14ca7a61" providerId="AD" clId="Web-{42A6E2D6-91D0-59DF-ED35-F9C2F00ACF86}" dt="2023-10-05T09:08:06.225" v="1391" actId="1076"/>
        <pc:sldMkLst>
          <pc:docMk/>
          <pc:sldMk cId="3979241048" sldId="357"/>
        </pc:sldMkLst>
      </pc:sldChg>
      <pc:sldChg chg="delSp modSp add replId">
        <pc:chgData name="Suraj Chopade" userId="S::suraj.chopade@bostoninstituteofanalytics.org::dcc44ee8-6a65-4538-a5e1-c87e14ca7a61" providerId="AD" clId="Web-{42A6E2D6-91D0-59DF-ED35-F9C2F00ACF86}" dt="2023-10-05T09:12:13.716" v="1446" actId="20577"/>
        <pc:sldMkLst>
          <pc:docMk/>
          <pc:sldMk cId="1574886388" sldId="358"/>
        </pc:sldMkLst>
      </pc:sldChg>
      <pc:sldChg chg="addSp modSp add replId">
        <pc:chgData name="Suraj Chopade" userId="S::suraj.chopade@bostoninstituteofanalytics.org::dcc44ee8-6a65-4538-a5e1-c87e14ca7a61" providerId="AD" clId="Web-{42A6E2D6-91D0-59DF-ED35-F9C2F00ACF86}" dt="2023-10-05T09:44:02.210" v="1506" actId="1076"/>
        <pc:sldMkLst>
          <pc:docMk/>
          <pc:sldMk cId="3275230534" sldId="359"/>
        </pc:sldMkLst>
      </pc:sldChg>
      <pc:sldChg chg="addSp delSp modSp add mod ord replId setBg">
        <pc:chgData name="Suraj Chopade" userId="S::suraj.chopade@bostoninstituteofanalytics.org::dcc44ee8-6a65-4538-a5e1-c87e14ca7a61" providerId="AD" clId="Web-{42A6E2D6-91D0-59DF-ED35-F9C2F00ACF86}" dt="2023-10-05T09:48:58.595" v="1597"/>
        <pc:sldMkLst>
          <pc:docMk/>
          <pc:sldMk cId="3209345293" sldId="360"/>
        </pc:sldMkLst>
      </pc:sldChg>
      <pc:sldChg chg="addSp delSp modSp add replId">
        <pc:chgData name="Suraj Chopade" userId="S::suraj.chopade@bostoninstituteofanalytics.org::dcc44ee8-6a65-4538-a5e1-c87e14ca7a61" providerId="AD" clId="Web-{42A6E2D6-91D0-59DF-ED35-F9C2F00ACF86}" dt="2023-10-05T09:48:37.375" v="1595" actId="1076"/>
        <pc:sldMkLst>
          <pc:docMk/>
          <pc:sldMk cId="3052401839" sldId="361"/>
        </pc:sldMkLst>
      </pc:sldChg>
      <pc:sldChg chg="delSp modSp add replId">
        <pc:chgData name="Suraj Chopade" userId="S::suraj.chopade@bostoninstituteofanalytics.org::dcc44ee8-6a65-4538-a5e1-c87e14ca7a61" providerId="AD" clId="Web-{42A6E2D6-91D0-59DF-ED35-F9C2F00ACF86}" dt="2023-10-05T09:55:15.310" v="1645" actId="1076"/>
        <pc:sldMkLst>
          <pc:docMk/>
          <pc:sldMk cId="1604005518" sldId="362"/>
        </pc:sldMkLst>
      </pc:sldChg>
      <pc:sldChg chg="addSp modSp add replId">
        <pc:chgData name="Suraj Chopade" userId="S::suraj.chopade@bostoninstituteofanalytics.org::dcc44ee8-6a65-4538-a5e1-c87e14ca7a61" providerId="AD" clId="Web-{42A6E2D6-91D0-59DF-ED35-F9C2F00ACF86}" dt="2023-10-05T09:57:40.924" v="1670" actId="1076"/>
        <pc:sldMkLst>
          <pc:docMk/>
          <pc:sldMk cId="246319354" sldId="363"/>
        </pc:sldMkLst>
      </pc:sldChg>
      <pc:sldChg chg="addSp delSp modSp add replId">
        <pc:chgData name="Suraj Chopade" userId="S::suraj.chopade@bostoninstituteofanalytics.org::dcc44ee8-6a65-4538-a5e1-c87e14ca7a61" providerId="AD" clId="Web-{42A6E2D6-91D0-59DF-ED35-F9C2F00ACF86}" dt="2023-10-05T10:03:18.387" v="1740" actId="14100"/>
        <pc:sldMkLst>
          <pc:docMk/>
          <pc:sldMk cId="39136322" sldId="364"/>
        </pc:sldMkLst>
      </pc:sldChg>
      <pc:sldChg chg="modSp add ord replId">
        <pc:chgData name="Suraj Chopade" userId="S::suraj.chopade@bostoninstituteofanalytics.org::dcc44ee8-6a65-4538-a5e1-c87e14ca7a61" providerId="AD" clId="Web-{42A6E2D6-91D0-59DF-ED35-F9C2F00ACF86}" dt="2023-10-05T09:59:53.490" v="1709" actId="20577"/>
        <pc:sldMkLst>
          <pc:docMk/>
          <pc:sldMk cId="189908799" sldId="365"/>
        </pc:sldMkLst>
      </pc:sldChg>
      <pc:sldChg chg="add del replId">
        <pc:chgData name="Suraj Chopade" userId="S::suraj.chopade@bostoninstituteofanalytics.org::dcc44ee8-6a65-4538-a5e1-c87e14ca7a61" providerId="AD" clId="Web-{42A6E2D6-91D0-59DF-ED35-F9C2F00ACF86}" dt="2023-10-05T10:24:48.730" v="1744"/>
        <pc:sldMkLst>
          <pc:docMk/>
          <pc:sldMk cId="2930423653" sldId="366"/>
        </pc:sldMkLst>
      </pc:sldChg>
    </pc:docChg>
  </pc:docChgLst>
  <pc:docChgLst>
    <pc:chgData name="Poomathi Thangarasu" userId="31a6cd82-5c58-4179-b63b-c97f153e0450" providerId="ADAL" clId="{35D8C759-F963-4D28-AD6A-04A30E8E0B27}"/>
    <pc:docChg chg="undo redo custSel addSld delSld modSld sldOrd">
      <pc:chgData name="Poomathi Thangarasu" userId="31a6cd82-5c58-4179-b63b-c97f153e0450" providerId="ADAL" clId="{35D8C759-F963-4D28-AD6A-04A30E8E0B27}" dt="2024-12-12T07:19:22.864" v="699" actId="20577"/>
      <pc:docMkLst>
        <pc:docMk/>
      </pc:docMkLst>
      <pc:sldChg chg="addSp delSp modSp mod setBg">
        <pc:chgData name="Poomathi Thangarasu" userId="31a6cd82-5c58-4179-b63b-c97f153e0450" providerId="ADAL" clId="{35D8C759-F963-4D28-AD6A-04A30E8E0B27}" dt="2024-12-12T06:43:17.775" v="301" actId="12"/>
        <pc:sldMkLst>
          <pc:docMk/>
          <pc:sldMk cId="3080017173" sldId="513"/>
        </pc:sldMkLst>
        <pc:spChg chg="mod">
          <ac:chgData name="Poomathi Thangarasu" userId="31a6cd82-5c58-4179-b63b-c97f153e0450" providerId="ADAL" clId="{35D8C759-F963-4D28-AD6A-04A30E8E0B27}" dt="2024-12-12T06:00:24.794" v="26" actId="26606"/>
          <ac:spMkLst>
            <pc:docMk/>
            <pc:sldMk cId="3080017173" sldId="513"/>
            <ac:spMk id="9" creationId="{2FDADD92-4E39-7713-520E-D88B1D53A255}"/>
          </ac:spMkLst>
        </pc:spChg>
        <pc:spChg chg="add mod">
          <ac:chgData name="Poomathi Thangarasu" userId="31a6cd82-5c58-4179-b63b-c97f153e0450" providerId="ADAL" clId="{35D8C759-F963-4D28-AD6A-04A30E8E0B27}" dt="2024-12-12T06:00:24.794" v="26" actId="26606"/>
          <ac:spMkLst>
            <pc:docMk/>
            <pc:sldMk cId="3080017173" sldId="513"/>
            <ac:spMk id="12" creationId="{960D427E-183C-3754-BD3C-D1C09ACBAC78}"/>
          </ac:spMkLst>
        </pc:spChg>
        <pc:spChg chg="add mod">
          <ac:chgData name="Poomathi Thangarasu" userId="31a6cd82-5c58-4179-b63b-c97f153e0450" providerId="ADAL" clId="{35D8C759-F963-4D28-AD6A-04A30E8E0B27}" dt="2024-12-12T06:43:17.775" v="301" actId="12"/>
          <ac:spMkLst>
            <pc:docMk/>
            <pc:sldMk cId="3080017173" sldId="513"/>
            <ac:spMk id="17" creationId="{059FCC64-6BCD-3C5C-4CA0-16424222B6B2}"/>
          </ac:spMkLst>
        </pc:spChg>
        <pc:picChg chg="ord">
          <ac:chgData name="Poomathi Thangarasu" userId="31a6cd82-5c58-4179-b63b-c97f153e0450" providerId="ADAL" clId="{35D8C759-F963-4D28-AD6A-04A30E8E0B27}" dt="2024-12-12T06:00:24.794" v="26" actId="26606"/>
          <ac:picMkLst>
            <pc:docMk/>
            <pc:sldMk cId="3080017173" sldId="513"/>
            <ac:picMk id="8" creationId="{00000000-0000-0000-0000-000000000000}"/>
          </ac:picMkLst>
        </pc:picChg>
        <pc:picChg chg="add mod">
          <ac:chgData name="Poomathi Thangarasu" userId="31a6cd82-5c58-4179-b63b-c97f153e0450" providerId="ADAL" clId="{35D8C759-F963-4D28-AD6A-04A30E8E0B27}" dt="2024-12-12T06:00:24.794" v="26" actId="26606"/>
          <ac:picMkLst>
            <pc:docMk/>
            <pc:sldMk cId="3080017173" sldId="513"/>
            <ac:picMk id="14" creationId="{7F385B03-82D5-72F3-1915-9ACD98E0D9CE}"/>
          </ac:picMkLst>
        </pc:picChg>
      </pc:sldChg>
      <pc:sldChg chg="ord">
        <pc:chgData name="Poomathi Thangarasu" userId="31a6cd82-5c58-4179-b63b-c97f153e0450" providerId="ADAL" clId="{35D8C759-F963-4D28-AD6A-04A30E8E0B27}" dt="2024-12-12T06:55:03.761" v="379"/>
        <pc:sldMkLst>
          <pc:docMk/>
          <pc:sldMk cId="3308570739" sldId="546"/>
        </pc:sldMkLst>
      </pc:sldChg>
      <pc:sldChg chg="addSp modSp mod ord">
        <pc:chgData name="Poomathi Thangarasu" userId="31a6cd82-5c58-4179-b63b-c97f153e0450" providerId="ADAL" clId="{35D8C759-F963-4D28-AD6A-04A30E8E0B27}" dt="2024-12-12T06:55:06.434" v="381"/>
        <pc:sldMkLst>
          <pc:docMk/>
          <pc:sldMk cId="174547270" sldId="547"/>
        </pc:sldMkLst>
        <pc:spChg chg="add mod">
          <ac:chgData name="Poomathi Thangarasu" userId="31a6cd82-5c58-4179-b63b-c97f153e0450" providerId="ADAL" clId="{35D8C759-F963-4D28-AD6A-04A30E8E0B27}" dt="2024-12-12T06:11:53.180" v="180" actId="113"/>
          <ac:spMkLst>
            <pc:docMk/>
            <pc:sldMk cId="174547270" sldId="547"/>
            <ac:spMk id="6" creationId="{ADF793A8-7DC2-B5AB-02A9-5D5109FB70CE}"/>
          </ac:spMkLst>
        </pc:spChg>
        <pc:picChg chg="mod">
          <ac:chgData name="Poomathi Thangarasu" userId="31a6cd82-5c58-4179-b63b-c97f153e0450" providerId="ADAL" clId="{35D8C759-F963-4D28-AD6A-04A30E8E0B27}" dt="2024-12-12T06:11:46.281" v="177" actId="14100"/>
          <ac:picMkLst>
            <pc:docMk/>
            <pc:sldMk cId="174547270" sldId="547"/>
            <ac:picMk id="3" creationId="{39C330ED-4092-CF4F-463C-7D284EDDFA2D}"/>
          </ac:picMkLst>
        </pc:picChg>
      </pc:sldChg>
      <pc:sldChg chg="ord">
        <pc:chgData name="Poomathi Thangarasu" userId="31a6cd82-5c58-4179-b63b-c97f153e0450" providerId="ADAL" clId="{35D8C759-F963-4D28-AD6A-04A30E8E0B27}" dt="2024-12-12T06:58:44.270" v="452"/>
        <pc:sldMkLst>
          <pc:docMk/>
          <pc:sldMk cId="2158419863" sldId="548"/>
        </pc:sldMkLst>
      </pc:sldChg>
      <pc:sldChg chg="addSp modSp mod ord setBg">
        <pc:chgData name="Poomathi Thangarasu" userId="31a6cd82-5c58-4179-b63b-c97f153e0450" providerId="ADAL" clId="{35D8C759-F963-4D28-AD6A-04A30E8E0B27}" dt="2024-12-12T06:57:23.152" v="440"/>
        <pc:sldMkLst>
          <pc:docMk/>
          <pc:sldMk cId="610857851" sldId="549"/>
        </pc:sldMkLst>
        <pc:spChg chg="mod">
          <ac:chgData name="Poomathi Thangarasu" userId="31a6cd82-5c58-4179-b63b-c97f153e0450" providerId="ADAL" clId="{35D8C759-F963-4D28-AD6A-04A30E8E0B27}" dt="2024-12-12T06:05:31.063" v="114" actId="26606"/>
          <ac:spMkLst>
            <pc:docMk/>
            <pc:sldMk cId="610857851" sldId="549"/>
            <ac:spMk id="2" creationId="{3B939BAA-9A63-3AD1-C3A5-F06110AC7B6B}"/>
          </ac:spMkLst>
        </pc:spChg>
        <pc:spChg chg="mod">
          <ac:chgData name="Poomathi Thangarasu" userId="31a6cd82-5c58-4179-b63b-c97f153e0450" providerId="ADAL" clId="{35D8C759-F963-4D28-AD6A-04A30E8E0B27}" dt="2024-12-12T06:05:31.063" v="114" actId="26606"/>
          <ac:spMkLst>
            <pc:docMk/>
            <pc:sldMk cId="610857851" sldId="549"/>
            <ac:spMk id="5" creationId="{9D03BB2D-CD52-503A-B59A-F9D3014F1AB4}"/>
          </ac:spMkLst>
        </pc:spChg>
        <pc:spChg chg="add">
          <ac:chgData name="Poomathi Thangarasu" userId="31a6cd82-5c58-4179-b63b-c97f153e0450" providerId="ADAL" clId="{35D8C759-F963-4D28-AD6A-04A30E8E0B27}" dt="2024-12-12T06:05:31.063" v="114" actId="26606"/>
          <ac:spMkLst>
            <pc:docMk/>
            <pc:sldMk cId="610857851" sldId="549"/>
            <ac:spMk id="13" creationId="{385E1BDC-A9B0-4A87-82E3-F3187F69A802}"/>
          </ac:spMkLst>
        </pc:spChg>
        <pc:spChg chg="add">
          <ac:chgData name="Poomathi Thangarasu" userId="31a6cd82-5c58-4179-b63b-c97f153e0450" providerId="ADAL" clId="{35D8C759-F963-4D28-AD6A-04A30E8E0B27}" dt="2024-12-12T06:05:31.063" v="114" actId="26606"/>
          <ac:spMkLst>
            <pc:docMk/>
            <pc:sldMk cId="610857851" sldId="549"/>
            <ac:spMk id="15" creationId="{0990C621-3B8B-4820-8328-D47EF7CE823C}"/>
          </ac:spMkLst>
        </pc:spChg>
        <pc:spChg chg="add">
          <ac:chgData name="Poomathi Thangarasu" userId="31a6cd82-5c58-4179-b63b-c97f153e0450" providerId="ADAL" clId="{35D8C759-F963-4D28-AD6A-04A30E8E0B27}" dt="2024-12-12T06:05:31.063" v="114" actId="26606"/>
          <ac:spMkLst>
            <pc:docMk/>
            <pc:sldMk cId="610857851" sldId="549"/>
            <ac:spMk id="17" creationId="{C1A2385B-1D2A-4E17-84FA-6CB7F0AAE473}"/>
          </ac:spMkLst>
        </pc:spChg>
        <pc:spChg chg="add">
          <ac:chgData name="Poomathi Thangarasu" userId="31a6cd82-5c58-4179-b63b-c97f153e0450" providerId="ADAL" clId="{35D8C759-F963-4D28-AD6A-04A30E8E0B27}" dt="2024-12-12T06:05:31.063" v="114" actId="26606"/>
          <ac:spMkLst>
            <pc:docMk/>
            <pc:sldMk cId="610857851" sldId="549"/>
            <ac:spMk id="19" creationId="{5E791F2F-79DB-4CC0-9FA1-001E3E91E8B7}"/>
          </ac:spMkLst>
        </pc:spChg>
        <pc:picChg chg="add mod">
          <ac:chgData name="Poomathi Thangarasu" userId="31a6cd82-5c58-4179-b63b-c97f153e0450" providerId="ADAL" clId="{35D8C759-F963-4D28-AD6A-04A30E8E0B27}" dt="2024-12-12T06:05:31.063" v="114" actId="26606"/>
          <ac:picMkLst>
            <pc:docMk/>
            <pc:sldMk cId="610857851" sldId="549"/>
            <ac:picMk id="4" creationId="{BC523622-8447-705E-C54E-86DE17F93425}"/>
          </ac:picMkLst>
        </pc:picChg>
        <pc:picChg chg="add mod">
          <ac:chgData name="Poomathi Thangarasu" userId="31a6cd82-5c58-4179-b63b-c97f153e0450" providerId="ADAL" clId="{35D8C759-F963-4D28-AD6A-04A30E8E0B27}" dt="2024-12-12T06:05:33.965" v="116" actId="962"/>
          <ac:picMkLst>
            <pc:docMk/>
            <pc:sldMk cId="610857851" sldId="549"/>
            <ac:picMk id="7" creationId="{1CE12D0E-EB6C-789D-AEB7-D14018449B54}"/>
          </ac:picMkLst>
        </pc:picChg>
        <pc:picChg chg="mod ord">
          <ac:chgData name="Poomathi Thangarasu" userId="31a6cd82-5c58-4179-b63b-c97f153e0450" providerId="ADAL" clId="{35D8C759-F963-4D28-AD6A-04A30E8E0B27}" dt="2024-12-12T06:05:33.964" v="115" actId="27614"/>
          <ac:picMkLst>
            <pc:docMk/>
            <pc:sldMk cId="610857851" sldId="549"/>
            <ac:picMk id="8" creationId="{00000000-0000-0000-0000-000000000000}"/>
          </ac:picMkLst>
        </pc:picChg>
      </pc:sldChg>
      <pc:sldChg chg="addSp delSp modSp mod setBg">
        <pc:chgData name="Poomathi Thangarasu" userId="31a6cd82-5c58-4179-b63b-c97f153e0450" providerId="ADAL" clId="{35D8C759-F963-4D28-AD6A-04A30E8E0B27}" dt="2024-12-12T06:07:57.498" v="135" actId="14100"/>
        <pc:sldMkLst>
          <pc:docMk/>
          <pc:sldMk cId="234814346" sldId="550"/>
        </pc:sldMkLst>
        <pc:spChg chg="mod">
          <ac:chgData name="Poomathi Thangarasu" userId="31a6cd82-5c58-4179-b63b-c97f153e0450" providerId="ADAL" clId="{35D8C759-F963-4D28-AD6A-04A30E8E0B27}" dt="2024-12-12T06:07:25.003" v="127" actId="26606"/>
          <ac:spMkLst>
            <pc:docMk/>
            <pc:sldMk cId="234814346" sldId="550"/>
            <ac:spMk id="5" creationId="{9D03BB2D-CD52-503A-B59A-F9D3014F1AB4}"/>
          </ac:spMkLst>
        </pc:spChg>
        <pc:spChg chg="add mod">
          <ac:chgData name="Poomathi Thangarasu" userId="31a6cd82-5c58-4179-b63b-c97f153e0450" providerId="ADAL" clId="{35D8C759-F963-4D28-AD6A-04A30E8E0B27}" dt="2024-12-12T06:07:32.505" v="130" actId="14100"/>
          <ac:spMkLst>
            <pc:docMk/>
            <pc:sldMk cId="234814346" sldId="550"/>
            <ac:spMk id="7" creationId="{D8DA617D-9C10-D4D3-0DA1-D16CE9E21DE6}"/>
          </ac:spMkLst>
        </pc:spChg>
        <pc:spChg chg="add mod">
          <ac:chgData name="Poomathi Thangarasu" userId="31a6cd82-5c58-4179-b63b-c97f153e0450" providerId="ADAL" clId="{35D8C759-F963-4D28-AD6A-04A30E8E0B27}" dt="2024-12-12T06:07:57.498" v="135" actId="14100"/>
          <ac:spMkLst>
            <pc:docMk/>
            <pc:sldMk cId="234814346" sldId="550"/>
            <ac:spMk id="10" creationId="{78BFCFF4-404C-7A7C-32C7-746BEB141E03}"/>
          </ac:spMkLst>
        </pc:spChg>
        <pc:picChg chg="add mod">
          <ac:chgData name="Poomathi Thangarasu" userId="31a6cd82-5c58-4179-b63b-c97f153e0450" providerId="ADAL" clId="{35D8C759-F963-4D28-AD6A-04A30E8E0B27}" dt="2024-12-12T06:07:25.003" v="127" actId="26606"/>
          <ac:picMkLst>
            <pc:docMk/>
            <pc:sldMk cId="234814346" sldId="550"/>
            <ac:picMk id="4" creationId="{08AE6BFB-490F-1F8F-26BC-98C732D56113}"/>
          </ac:picMkLst>
        </pc:picChg>
        <pc:picChg chg="ord">
          <ac:chgData name="Poomathi Thangarasu" userId="31a6cd82-5c58-4179-b63b-c97f153e0450" providerId="ADAL" clId="{35D8C759-F963-4D28-AD6A-04A30E8E0B27}" dt="2024-12-12T06:07:25.003" v="127" actId="26606"/>
          <ac:picMkLst>
            <pc:docMk/>
            <pc:sldMk cId="234814346" sldId="550"/>
            <ac:picMk id="8" creationId="{00000000-0000-0000-0000-000000000000}"/>
          </ac:picMkLst>
        </pc:picChg>
      </pc:sldChg>
      <pc:sldChg chg="addSp delSp modSp mod setBg modNotesTx">
        <pc:chgData name="Poomathi Thangarasu" userId="31a6cd82-5c58-4179-b63b-c97f153e0450" providerId="ADAL" clId="{35D8C759-F963-4D28-AD6A-04A30E8E0B27}" dt="2024-12-12T07:12:32.520" v="611" actId="962"/>
        <pc:sldMkLst>
          <pc:docMk/>
          <pc:sldMk cId="3755880105" sldId="552"/>
        </pc:sldMkLst>
        <pc:spChg chg="mod">
          <ac:chgData name="Poomathi Thangarasu" userId="31a6cd82-5c58-4179-b63b-c97f153e0450" providerId="ADAL" clId="{35D8C759-F963-4D28-AD6A-04A30E8E0B27}" dt="2024-12-12T07:12:29.479" v="607" actId="26606"/>
          <ac:spMkLst>
            <pc:docMk/>
            <pc:sldMk cId="3755880105" sldId="552"/>
            <ac:spMk id="5" creationId="{9D03BB2D-CD52-503A-B59A-F9D3014F1AB4}"/>
          </ac:spMkLst>
        </pc:spChg>
        <pc:spChg chg="add del mod">
          <ac:chgData name="Poomathi Thangarasu" userId="31a6cd82-5c58-4179-b63b-c97f153e0450" providerId="ADAL" clId="{35D8C759-F963-4D28-AD6A-04A30E8E0B27}" dt="2024-12-12T07:12:29.479" v="607" actId="26606"/>
          <ac:spMkLst>
            <pc:docMk/>
            <pc:sldMk cId="3755880105" sldId="552"/>
            <ac:spMk id="10" creationId="{36214A11-4340-157D-49C4-03CF1817FFFF}"/>
          </ac:spMkLst>
        </pc:spChg>
        <pc:spChg chg="add">
          <ac:chgData name="Poomathi Thangarasu" userId="31a6cd82-5c58-4179-b63b-c97f153e0450" providerId="ADAL" clId="{35D8C759-F963-4D28-AD6A-04A30E8E0B27}" dt="2024-12-12T07:12:29.479" v="607" actId="26606"/>
          <ac:spMkLst>
            <pc:docMk/>
            <pc:sldMk cId="3755880105" sldId="552"/>
            <ac:spMk id="20" creationId="{9A0D773F-7A7D-4DBB-9DEA-86BB8B8F4BC8}"/>
          </ac:spMkLst>
        </pc:spChg>
        <pc:spChg chg="add">
          <ac:chgData name="Poomathi Thangarasu" userId="31a6cd82-5c58-4179-b63b-c97f153e0450" providerId="ADAL" clId="{35D8C759-F963-4D28-AD6A-04A30E8E0B27}" dt="2024-12-12T07:12:29.479" v="607" actId="26606"/>
          <ac:spMkLst>
            <pc:docMk/>
            <pc:sldMk cId="3755880105" sldId="552"/>
            <ac:spMk id="21" creationId="{7FF47CB7-972F-479F-A36D-9E72D26EC8DA}"/>
          </ac:spMkLst>
        </pc:spChg>
        <pc:spChg chg="add">
          <ac:chgData name="Poomathi Thangarasu" userId="31a6cd82-5c58-4179-b63b-c97f153e0450" providerId="ADAL" clId="{35D8C759-F963-4D28-AD6A-04A30E8E0B27}" dt="2024-12-12T07:12:29.479" v="607" actId="26606"/>
          <ac:spMkLst>
            <pc:docMk/>
            <pc:sldMk cId="3755880105" sldId="552"/>
            <ac:spMk id="22" creationId="{0D153B68-5844-490D-8E67-F616D6D721CA}"/>
          </ac:spMkLst>
        </pc:spChg>
        <pc:picChg chg="mod ord">
          <ac:chgData name="Poomathi Thangarasu" userId="31a6cd82-5c58-4179-b63b-c97f153e0450" providerId="ADAL" clId="{35D8C759-F963-4D28-AD6A-04A30E8E0B27}" dt="2024-12-12T07:12:32.518" v="610" actId="27614"/>
          <ac:picMkLst>
            <pc:docMk/>
            <pc:sldMk cId="3755880105" sldId="552"/>
            <ac:picMk id="8" creationId="{00000000-0000-0000-0000-000000000000}"/>
          </ac:picMkLst>
        </pc:picChg>
        <pc:picChg chg="add mod">
          <ac:chgData name="Poomathi Thangarasu" userId="31a6cd82-5c58-4179-b63b-c97f153e0450" providerId="ADAL" clId="{35D8C759-F963-4D28-AD6A-04A30E8E0B27}" dt="2024-12-12T07:12:32.520" v="611" actId="962"/>
          <ac:picMkLst>
            <pc:docMk/>
            <pc:sldMk cId="3755880105" sldId="552"/>
            <ac:picMk id="11" creationId="{7784A9B4-50BB-9A14-8FEB-64FEA76DD009}"/>
          </ac:picMkLst>
        </pc:picChg>
      </pc:sldChg>
      <pc:sldChg chg="add del">
        <pc:chgData name="Poomathi Thangarasu" userId="31a6cd82-5c58-4179-b63b-c97f153e0450" providerId="ADAL" clId="{35D8C759-F963-4D28-AD6A-04A30E8E0B27}" dt="2024-12-12T07:04:19.185" v="525"/>
        <pc:sldMkLst>
          <pc:docMk/>
          <pc:sldMk cId="1937218869" sldId="553"/>
        </pc:sldMkLst>
      </pc:sldChg>
      <pc:sldChg chg="del">
        <pc:chgData name="Poomathi Thangarasu" userId="31a6cd82-5c58-4179-b63b-c97f153e0450" providerId="ADAL" clId="{35D8C759-F963-4D28-AD6A-04A30E8E0B27}" dt="2024-12-12T07:03:24.929" v="517" actId="2696"/>
        <pc:sldMkLst>
          <pc:docMk/>
          <pc:sldMk cId="2458439909" sldId="553"/>
        </pc:sldMkLst>
      </pc:sldChg>
      <pc:sldChg chg="add del">
        <pc:chgData name="Poomathi Thangarasu" userId="31a6cd82-5c58-4179-b63b-c97f153e0450" providerId="ADAL" clId="{35D8C759-F963-4D28-AD6A-04A30E8E0B27}" dt="2024-12-12T07:04:20.259" v="527"/>
        <pc:sldMkLst>
          <pc:docMk/>
          <pc:sldMk cId="1588596472" sldId="554"/>
        </pc:sldMkLst>
      </pc:sldChg>
      <pc:sldChg chg="add del">
        <pc:chgData name="Poomathi Thangarasu" userId="31a6cd82-5c58-4179-b63b-c97f153e0450" providerId="ADAL" clId="{35D8C759-F963-4D28-AD6A-04A30E8E0B27}" dt="2024-12-12T07:04:19.531" v="526" actId="2696"/>
        <pc:sldMkLst>
          <pc:docMk/>
          <pc:sldMk cId="2339548631" sldId="554"/>
        </pc:sldMkLst>
      </pc:sldChg>
      <pc:sldChg chg="add del">
        <pc:chgData name="Poomathi Thangarasu" userId="31a6cd82-5c58-4179-b63b-c97f153e0450" providerId="ADAL" clId="{35D8C759-F963-4D28-AD6A-04A30E8E0B27}" dt="2024-12-12T07:04:20.259" v="527"/>
        <pc:sldMkLst>
          <pc:docMk/>
          <pc:sldMk cId="856407482" sldId="555"/>
        </pc:sldMkLst>
      </pc:sldChg>
      <pc:sldChg chg="add del">
        <pc:chgData name="Poomathi Thangarasu" userId="31a6cd82-5c58-4179-b63b-c97f153e0450" providerId="ADAL" clId="{35D8C759-F963-4D28-AD6A-04A30E8E0B27}" dt="2024-12-12T07:04:19.531" v="526" actId="2696"/>
        <pc:sldMkLst>
          <pc:docMk/>
          <pc:sldMk cId="2933442064" sldId="555"/>
        </pc:sldMkLst>
      </pc:sldChg>
      <pc:sldChg chg="add del">
        <pc:chgData name="Poomathi Thangarasu" userId="31a6cd82-5c58-4179-b63b-c97f153e0450" providerId="ADAL" clId="{35D8C759-F963-4D28-AD6A-04A30E8E0B27}" dt="2024-12-12T07:04:19.531" v="526" actId="2696"/>
        <pc:sldMkLst>
          <pc:docMk/>
          <pc:sldMk cId="3236210545" sldId="556"/>
        </pc:sldMkLst>
      </pc:sldChg>
      <pc:sldChg chg="add del">
        <pc:chgData name="Poomathi Thangarasu" userId="31a6cd82-5c58-4179-b63b-c97f153e0450" providerId="ADAL" clId="{35D8C759-F963-4D28-AD6A-04A30E8E0B27}" dt="2024-12-12T07:04:20.259" v="527"/>
        <pc:sldMkLst>
          <pc:docMk/>
          <pc:sldMk cId="3488723900" sldId="556"/>
        </pc:sldMkLst>
      </pc:sldChg>
      <pc:sldChg chg="add del">
        <pc:chgData name="Poomathi Thangarasu" userId="31a6cd82-5c58-4179-b63b-c97f153e0450" providerId="ADAL" clId="{35D8C759-F963-4D28-AD6A-04A30E8E0B27}" dt="2024-12-12T07:04:19.531" v="526" actId="2696"/>
        <pc:sldMkLst>
          <pc:docMk/>
          <pc:sldMk cId="2529372087" sldId="557"/>
        </pc:sldMkLst>
      </pc:sldChg>
      <pc:sldChg chg="add del">
        <pc:chgData name="Poomathi Thangarasu" userId="31a6cd82-5c58-4179-b63b-c97f153e0450" providerId="ADAL" clId="{35D8C759-F963-4D28-AD6A-04A30E8E0B27}" dt="2024-12-12T07:04:20.259" v="527"/>
        <pc:sldMkLst>
          <pc:docMk/>
          <pc:sldMk cId="3584266364" sldId="557"/>
        </pc:sldMkLst>
      </pc:sldChg>
      <pc:sldChg chg="add del">
        <pc:chgData name="Poomathi Thangarasu" userId="31a6cd82-5c58-4179-b63b-c97f153e0450" providerId="ADAL" clId="{35D8C759-F963-4D28-AD6A-04A30E8E0B27}" dt="2024-12-12T07:04:19.531" v="526" actId="2696"/>
        <pc:sldMkLst>
          <pc:docMk/>
          <pc:sldMk cId="2041959882" sldId="558"/>
        </pc:sldMkLst>
      </pc:sldChg>
      <pc:sldChg chg="add del">
        <pc:chgData name="Poomathi Thangarasu" userId="31a6cd82-5c58-4179-b63b-c97f153e0450" providerId="ADAL" clId="{35D8C759-F963-4D28-AD6A-04A30E8E0B27}" dt="2024-12-12T07:04:20.259" v="527"/>
        <pc:sldMkLst>
          <pc:docMk/>
          <pc:sldMk cId="3911808034" sldId="558"/>
        </pc:sldMkLst>
      </pc:sldChg>
      <pc:sldChg chg="add ord">
        <pc:chgData name="Poomathi Thangarasu" userId="31a6cd82-5c58-4179-b63b-c97f153e0450" providerId="ADAL" clId="{35D8C759-F963-4D28-AD6A-04A30E8E0B27}" dt="2024-12-12T06:54:57.061" v="377"/>
        <pc:sldMkLst>
          <pc:docMk/>
          <pc:sldMk cId="352270005" sldId="560"/>
        </pc:sldMkLst>
      </pc:sldChg>
      <pc:sldChg chg="add del">
        <pc:chgData name="Poomathi Thangarasu" userId="31a6cd82-5c58-4179-b63b-c97f153e0450" providerId="ADAL" clId="{35D8C759-F963-4D28-AD6A-04A30E8E0B27}" dt="2024-12-12T05:59:05.387" v="2" actId="2890"/>
        <pc:sldMkLst>
          <pc:docMk/>
          <pc:sldMk cId="1162444329" sldId="560"/>
        </pc:sldMkLst>
      </pc:sldChg>
      <pc:sldChg chg="addSp delSp modSp add mod">
        <pc:chgData name="Poomathi Thangarasu" userId="31a6cd82-5c58-4179-b63b-c97f153e0450" providerId="ADAL" clId="{35D8C759-F963-4D28-AD6A-04A30E8E0B27}" dt="2024-12-12T06:43:47.893" v="307" actId="12"/>
        <pc:sldMkLst>
          <pc:docMk/>
          <pc:sldMk cId="1631149653" sldId="561"/>
        </pc:sldMkLst>
        <pc:spChg chg="add mod">
          <ac:chgData name="Poomathi Thangarasu" userId="31a6cd82-5c58-4179-b63b-c97f153e0450" providerId="ADAL" clId="{35D8C759-F963-4D28-AD6A-04A30E8E0B27}" dt="2024-12-12T06:43:47.893" v="307" actId="12"/>
          <ac:spMkLst>
            <pc:docMk/>
            <pc:sldMk cId="1631149653" sldId="561"/>
            <ac:spMk id="5" creationId="{51D0E8A0-F59F-BB58-D2F4-54160CE51864}"/>
          </ac:spMkLst>
        </pc:spChg>
        <pc:spChg chg="mod">
          <ac:chgData name="Poomathi Thangarasu" userId="31a6cd82-5c58-4179-b63b-c97f153e0450" providerId="ADAL" clId="{35D8C759-F963-4D28-AD6A-04A30E8E0B27}" dt="2024-12-12T06:00:46.571" v="28"/>
          <ac:spMkLst>
            <pc:docMk/>
            <pc:sldMk cId="1631149653" sldId="561"/>
            <ac:spMk id="9" creationId="{2FDADD92-4E39-7713-520E-D88B1D53A255}"/>
          </ac:spMkLst>
        </pc:spChg>
        <pc:spChg chg="mod">
          <ac:chgData name="Poomathi Thangarasu" userId="31a6cd82-5c58-4179-b63b-c97f153e0450" providerId="ADAL" clId="{35D8C759-F963-4D28-AD6A-04A30E8E0B27}" dt="2024-12-12T06:02:37.788" v="63" actId="113"/>
          <ac:spMkLst>
            <pc:docMk/>
            <pc:sldMk cId="1631149653" sldId="561"/>
            <ac:spMk id="12" creationId="{960D427E-183C-3754-BD3C-D1C09ACBAC78}"/>
          </ac:spMkLst>
        </pc:spChg>
        <pc:picChg chg="add mod">
          <ac:chgData name="Poomathi Thangarasu" userId="31a6cd82-5c58-4179-b63b-c97f153e0450" providerId="ADAL" clId="{35D8C759-F963-4D28-AD6A-04A30E8E0B27}" dt="2024-12-12T06:01:49.117" v="48" actId="1076"/>
          <ac:picMkLst>
            <pc:docMk/>
            <pc:sldMk cId="1631149653" sldId="561"/>
            <ac:picMk id="3" creationId="{54936E6B-EDCE-AD4F-B07D-B0910B390261}"/>
          </ac:picMkLst>
        </pc:picChg>
      </pc:sldChg>
      <pc:sldChg chg="addSp delSp modSp add mod ord">
        <pc:chgData name="Poomathi Thangarasu" userId="31a6cd82-5c58-4179-b63b-c97f153e0450" providerId="ADAL" clId="{35D8C759-F963-4D28-AD6A-04A30E8E0B27}" dt="2024-12-12T06:56:33.763" v="436"/>
        <pc:sldMkLst>
          <pc:docMk/>
          <pc:sldMk cId="3359846234" sldId="562"/>
        </pc:sldMkLst>
        <pc:spChg chg="add mod">
          <ac:chgData name="Poomathi Thangarasu" userId="31a6cd82-5c58-4179-b63b-c97f153e0450" providerId="ADAL" clId="{35D8C759-F963-4D28-AD6A-04A30E8E0B27}" dt="2024-12-12T06:48:46.963" v="350" actId="20577"/>
          <ac:spMkLst>
            <pc:docMk/>
            <pc:sldMk cId="3359846234" sldId="562"/>
            <ac:spMk id="5" creationId="{F0B5D38D-025C-4346-4E2E-FB9D0DDAC05B}"/>
          </ac:spMkLst>
        </pc:spChg>
        <pc:spChg chg="mod">
          <ac:chgData name="Poomathi Thangarasu" userId="31a6cd82-5c58-4179-b63b-c97f153e0450" providerId="ADAL" clId="{35D8C759-F963-4D28-AD6A-04A30E8E0B27}" dt="2024-12-12T06:02:49.950" v="65"/>
          <ac:spMkLst>
            <pc:docMk/>
            <pc:sldMk cId="3359846234" sldId="562"/>
            <ac:spMk id="9" creationId="{2FDADD92-4E39-7713-520E-D88B1D53A255}"/>
          </ac:spMkLst>
        </pc:spChg>
        <pc:spChg chg="mod">
          <ac:chgData name="Poomathi Thangarasu" userId="31a6cd82-5c58-4179-b63b-c97f153e0450" providerId="ADAL" clId="{35D8C759-F963-4D28-AD6A-04A30E8E0B27}" dt="2024-12-12T06:04:11.407" v="97"/>
          <ac:spMkLst>
            <pc:docMk/>
            <pc:sldMk cId="3359846234" sldId="562"/>
            <ac:spMk id="12" creationId="{960D427E-183C-3754-BD3C-D1C09ACBAC78}"/>
          </ac:spMkLst>
        </pc:spChg>
      </pc:sldChg>
      <pc:sldChg chg="add ord">
        <pc:chgData name="Poomathi Thangarasu" userId="31a6cd82-5c58-4179-b63b-c97f153e0450" providerId="ADAL" clId="{35D8C759-F963-4D28-AD6A-04A30E8E0B27}" dt="2024-12-12T06:57:32.046" v="442"/>
        <pc:sldMkLst>
          <pc:docMk/>
          <pc:sldMk cId="2068719119" sldId="563"/>
        </pc:sldMkLst>
      </pc:sldChg>
      <pc:sldChg chg="addSp delSp modSp add mod setBg">
        <pc:chgData name="Poomathi Thangarasu" userId="31a6cd82-5c58-4179-b63b-c97f153e0450" providerId="ADAL" clId="{35D8C759-F963-4D28-AD6A-04A30E8E0B27}" dt="2024-12-12T06:06:15.046" v="122" actId="962"/>
        <pc:sldMkLst>
          <pc:docMk/>
          <pc:sldMk cId="3580438070" sldId="564"/>
        </pc:sldMkLst>
        <pc:spChg chg="mod">
          <ac:chgData name="Poomathi Thangarasu" userId="31a6cd82-5c58-4179-b63b-c97f153e0450" providerId="ADAL" clId="{35D8C759-F963-4D28-AD6A-04A30E8E0B27}" dt="2024-12-12T06:06:13.145" v="120" actId="26606"/>
          <ac:spMkLst>
            <pc:docMk/>
            <pc:sldMk cId="3580438070" sldId="564"/>
            <ac:spMk id="9" creationId="{2FDADD92-4E39-7713-520E-D88B1D53A255}"/>
          </ac:spMkLst>
        </pc:spChg>
        <pc:spChg chg="add">
          <ac:chgData name="Poomathi Thangarasu" userId="31a6cd82-5c58-4179-b63b-c97f153e0450" providerId="ADAL" clId="{35D8C759-F963-4D28-AD6A-04A30E8E0B27}" dt="2024-12-12T06:06:13.145" v="120" actId="26606"/>
          <ac:spMkLst>
            <pc:docMk/>
            <pc:sldMk cId="3580438070" sldId="564"/>
            <ac:spMk id="14" creationId="{53F29798-D584-4792-9B62-3F5F5C36D619}"/>
          </ac:spMkLst>
        </pc:spChg>
        <pc:picChg chg="add mod">
          <ac:chgData name="Poomathi Thangarasu" userId="31a6cd82-5c58-4179-b63b-c97f153e0450" providerId="ADAL" clId="{35D8C759-F963-4D28-AD6A-04A30E8E0B27}" dt="2024-12-12T06:06:15.046" v="122" actId="962"/>
          <ac:picMkLst>
            <pc:docMk/>
            <pc:sldMk cId="3580438070" sldId="564"/>
            <ac:picMk id="4" creationId="{29FF7CF6-7645-519C-5DE1-222A3AA00DC6}"/>
          </ac:picMkLst>
        </pc:picChg>
        <pc:picChg chg="mod ord">
          <ac:chgData name="Poomathi Thangarasu" userId="31a6cd82-5c58-4179-b63b-c97f153e0450" providerId="ADAL" clId="{35D8C759-F963-4D28-AD6A-04A30E8E0B27}" dt="2024-12-12T06:06:15.045" v="121" actId="27614"/>
          <ac:picMkLst>
            <pc:docMk/>
            <pc:sldMk cId="3580438070" sldId="564"/>
            <ac:picMk id="8" creationId="{00000000-0000-0000-0000-000000000000}"/>
          </ac:picMkLst>
        </pc:picChg>
      </pc:sldChg>
      <pc:sldChg chg="add">
        <pc:chgData name="Poomathi Thangarasu" userId="31a6cd82-5c58-4179-b63b-c97f153e0450" providerId="ADAL" clId="{35D8C759-F963-4D28-AD6A-04A30E8E0B27}" dt="2024-12-12T06:07:04.055" v="123" actId="2890"/>
        <pc:sldMkLst>
          <pc:docMk/>
          <pc:sldMk cId="1919072607" sldId="565"/>
        </pc:sldMkLst>
      </pc:sldChg>
      <pc:sldChg chg="del">
        <pc:chgData name="Poomathi Thangarasu" userId="31a6cd82-5c58-4179-b63b-c97f153e0450" providerId="ADAL" clId="{35D8C759-F963-4D28-AD6A-04A30E8E0B27}" dt="2024-12-12T05:56:36.488" v="0" actId="47"/>
        <pc:sldMkLst>
          <pc:docMk/>
          <pc:sldMk cId="228880180" sldId="566"/>
        </pc:sldMkLst>
      </pc:sldChg>
      <pc:sldChg chg="addSp delSp modSp add mod ord">
        <pc:chgData name="Poomathi Thangarasu" userId="31a6cd82-5c58-4179-b63b-c97f153e0450" providerId="ADAL" clId="{35D8C759-F963-4D28-AD6A-04A30E8E0B27}" dt="2024-12-12T06:57:43.086" v="446"/>
        <pc:sldMkLst>
          <pc:docMk/>
          <pc:sldMk cId="3536336242" sldId="566"/>
        </pc:sldMkLst>
        <pc:spChg chg="add mod">
          <ac:chgData name="Poomathi Thangarasu" userId="31a6cd82-5c58-4179-b63b-c97f153e0450" providerId="ADAL" clId="{35D8C759-F963-4D28-AD6A-04A30E8E0B27}" dt="2024-12-12T06:09:34.489" v="148"/>
          <ac:spMkLst>
            <pc:docMk/>
            <pc:sldMk cId="3536336242" sldId="566"/>
            <ac:spMk id="9" creationId="{57454F8E-39AF-B0CE-098C-AABD96B00965}"/>
          </ac:spMkLst>
        </pc:spChg>
        <pc:spChg chg="add mod">
          <ac:chgData name="Poomathi Thangarasu" userId="31a6cd82-5c58-4179-b63b-c97f153e0450" providerId="ADAL" clId="{35D8C759-F963-4D28-AD6A-04A30E8E0B27}" dt="2024-12-12T06:09:42.137" v="151" actId="14100"/>
          <ac:spMkLst>
            <pc:docMk/>
            <pc:sldMk cId="3536336242" sldId="566"/>
            <ac:spMk id="12" creationId="{B707B4E9-117D-CD6A-C96A-0790B0E8394E}"/>
          </ac:spMkLst>
        </pc:spChg>
        <pc:spChg chg="add mod">
          <ac:chgData name="Poomathi Thangarasu" userId="31a6cd82-5c58-4179-b63b-c97f153e0450" providerId="ADAL" clId="{35D8C759-F963-4D28-AD6A-04A30E8E0B27}" dt="2024-12-12T06:10:01.698" v="155" actId="14100"/>
          <ac:spMkLst>
            <pc:docMk/>
            <pc:sldMk cId="3536336242" sldId="566"/>
            <ac:spMk id="14" creationId="{4A972588-2056-5DDA-6A4D-30C031574691}"/>
          </ac:spMkLst>
        </pc:spChg>
        <pc:picChg chg="add mod">
          <ac:chgData name="Poomathi Thangarasu" userId="31a6cd82-5c58-4179-b63b-c97f153e0450" providerId="ADAL" clId="{35D8C759-F963-4D28-AD6A-04A30E8E0B27}" dt="2024-12-12T06:09:58.838" v="154" actId="1076"/>
          <ac:picMkLst>
            <pc:docMk/>
            <pc:sldMk cId="3536336242" sldId="566"/>
            <ac:picMk id="3" creationId="{81DB1AF7-EA37-DBC7-7843-71534BB303B1}"/>
          </ac:picMkLst>
        </pc:picChg>
        <pc:picChg chg="add mod">
          <ac:chgData name="Poomathi Thangarasu" userId="31a6cd82-5c58-4179-b63b-c97f153e0450" providerId="ADAL" clId="{35D8C759-F963-4D28-AD6A-04A30E8E0B27}" dt="2024-12-12T06:10:12.915" v="157" actId="1076"/>
          <ac:picMkLst>
            <pc:docMk/>
            <pc:sldMk cId="3536336242" sldId="566"/>
            <ac:picMk id="16" creationId="{2B745EA2-766E-D945-E2C5-64E31F0415BE}"/>
          </ac:picMkLst>
        </pc:picChg>
      </pc:sldChg>
      <pc:sldChg chg="addSp delSp modSp add mod ord">
        <pc:chgData name="Poomathi Thangarasu" userId="31a6cd82-5c58-4179-b63b-c97f153e0450" providerId="ADAL" clId="{35D8C759-F963-4D28-AD6A-04A30E8E0B27}" dt="2024-12-12T07:03:02.845" v="514" actId="113"/>
        <pc:sldMkLst>
          <pc:docMk/>
          <pc:sldMk cId="127132946" sldId="567"/>
        </pc:sldMkLst>
        <pc:spChg chg="mod">
          <ac:chgData name="Poomathi Thangarasu" userId="31a6cd82-5c58-4179-b63b-c97f153e0450" providerId="ADAL" clId="{35D8C759-F963-4D28-AD6A-04A30E8E0B27}" dt="2024-12-12T07:02:58.543" v="512" actId="1076"/>
          <ac:spMkLst>
            <pc:docMk/>
            <pc:sldMk cId="127132946" sldId="567"/>
            <ac:spMk id="5" creationId="{9D03BB2D-CD52-503A-B59A-F9D3014F1AB4}"/>
          </ac:spMkLst>
        </pc:spChg>
        <pc:spChg chg="add mod">
          <ac:chgData name="Poomathi Thangarasu" userId="31a6cd82-5c58-4179-b63b-c97f153e0450" providerId="ADAL" clId="{35D8C759-F963-4D28-AD6A-04A30E8E0B27}" dt="2024-12-12T07:03:02.845" v="514" actId="113"/>
          <ac:spMkLst>
            <pc:docMk/>
            <pc:sldMk cId="127132946" sldId="567"/>
            <ac:spMk id="7" creationId="{D3C85FFB-7A8C-A0AD-33D4-FADC8D9217CC}"/>
          </ac:spMkLst>
        </pc:spChg>
      </pc:sldChg>
      <pc:sldChg chg="addSp delSp modSp add mod ord">
        <pc:chgData name="Poomathi Thangarasu" userId="31a6cd82-5c58-4179-b63b-c97f153e0450" providerId="ADAL" clId="{35D8C759-F963-4D28-AD6A-04A30E8E0B27}" dt="2024-12-12T07:03:10.990" v="516"/>
        <pc:sldMkLst>
          <pc:docMk/>
          <pc:sldMk cId="2402812202" sldId="568"/>
        </pc:sldMkLst>
        <pc:spChg chg="mod">
          <ac:chgData name="Poomathi Thangarasu" userId="31a6cd82-5c58-4179-b63b-c97f153e0450" providerId="ADAL" clId="{35D8C759-F963-4D28-AD6A-04A30E8E0B27}" dt="2024-12-12T06:17:15.421" v="208" actId="15"/>
          <ac:spMkLst>
            <pc:docMk/>
            <pc:sldMk cId="2402812202" sldId="568"/>
            <ac:spMk id="2" creationId="{A958D89D-1011-E0A3-B14F-88EE1E763F7F}"/>
          </ac:spMkLst>
        </pc:spChg>
        <pc:spChg chg="add mod">
          <ac:chgData name="Poomathi Thangarasu" userId="31a6cd82-5c58-4179-b63b-c97f153e0450" providerId="ADAL" clId="{35D8C759-F963-4D28-AD6A-04A30E8E0B27}" dt="2024-12-12T06:17:09.920" v="206" actId="1076"/>
          <ac:spMkLst>
            <pc:docMk/>
            <pc:sldMk cId="2402812202" sldId="568"/>
            <ac:spMk id="7" creationId="{11062755-3686-F353-C91B-55ED88DD1E9B}"/>
          </ac:spMkLst>
        </pc:spChg>
      </pc:sldChg>
      <pc:sldChg chg="addSp delSp modSp add mod setBg">
        <pc:chgData name="Poomathi Thangarasu" userId="31a6cd82-5c58-4179-b63b-c97f153e0450" providerId="ADAL" clId="{35D8C759-F963-4D28-AD6A-04A30E8E0B27}" dt="2024-12-12T06:18:41.743" v="227" actId="1076"/>
        <pc:sldMkLst>
          <pc:docMk/>
          <pc:sldMk cId="1344454340" sldId="569"/>
        </pc:sldMkLst>
        <pc:spChg chg="mod">
          <ac:chgData name="Poomathi Thangarasu" userId="31a6cd82-5c58-4179-b63b-c97f153e0450" providerId="ADAL" clId="{35D8C759-F963-4D28-AD6A-04A30E8E0B27}" dt="2024-12-12T06:18:15.133" v="218" actId="26606"/>
          <ac:spMkLst>
            <pc:docMk/>
            <pc:sldMk cId="1344454340" sldId="569"/>
            <ac:spMk id="5" creationId="{9D03BB2D-CD52-503A-B59A-F9D3014F1AB4}"/>
          </ac:spMkLst>
        </pc:spChg>
        <pc:spChg chg="add">
          <ac:chgData name="Poomathi Thangarasu" userId="31a6cd82-5c58-4179-b63b-c97f153e0450" providerId="ADAL" clId="{35D8C759-F963-4D28-AD6A-04A30E8E0B27}" dt="2024-12-12T06:18:15.133" v="218" actId="26606"/>
          <ac:spMkLst>
            <pc:docMk/>
            <pc:sldMk cId="1344454340" sldId="569"/>
            <ac:spMk id="3081" creationId="{C4879EFC-8E62-4E00-973C-C45EE9EC676D}"/>
          </ac:spMkLst>
        </pc:spChg>
        <pc:spChg chg="add">
          <ac:chgData name="Poomathi Thangarasu" userId="31a6cd82-5c58-4179-b63b-c97f153e0450" providerId="ADAL" clId="{35D8C759-F963-4D28-AD6A-04A30E8E0B27}" dt="2024-12-12T06:18:15.133" v="218" actId="26606"/>
          <ac:spMkLst>
            <pc:docMk/>
            <pc:sldMk cId="1344454340" sldId="569"/>
            <ac:spMk id="3083" creationId="{D6A9C53F-5F90-40A5-8C85-5412D39C8C68}"/>
          </ac:spMkLst>
        </pc:spChg>
        <pc:picChg chg="add mod">
          <ac:chgData name="Poomathi Thangarasu" userId="31a6cd82-5c58-4179-b63b-c97f153e0450" providerId="ADAL" clId="{35D8C759-F963-4D28-AD6A-04A30E8E0B27}" dt="2024-12-12T06:18:41.743" v="227" actId="1076"/>
          <ac:picMkLst>
            <pc:docMk/>
            <pc:sldMk cId="1344454340" sldId="569"/>
            <ac:picMk id="3" creationId="{99FF9379-5473-A032-75D4-DDCE697DFD6E}"/>
          </ac:picMkLst>
        </pc:picChg>
        <pc:picChg chg="mod ord">
          <ac:chgData name="Poomathi Thangarasu" userId="31a6cd82-5c58-4179-b63b-c97f153e0450" providerId="ADAL" clId="{35D8C759-F963-4D28-AD6A-04A30E8E0B27}" dt="2024-12-12T06:18:17.369" v="219" actId="27614"/>
          <ac:picMkLst>
            <pc:docMk/>
            <pc:sldMk cId="1344454340" sldId="569"/>
            <ac:picMk id="8" creationId="{00000000-0000-0000-0000-000000000000}"/>
          </ac:picMkLst>
        </pc:picChg>
        <pc:picChg chg="add mod ord">
          <ac:chgData name="Poomathi Thangarasu" userId="31a6cd82-5c58-4179-b63b-c97f153e0450" providerId="ADAL" clId="{35D8C759-F963-4D28-AD6A-04A30E8E0B27}" dt="2024-12-12T06:18:39.556" v="225" actId="1076"/>
          <ac:picMkLst>
            <pc:docMk/>
            <pc:sldMk cId="1344454340" sldId="569"/>
            <ac:picMk id="3074" creationId="{43676410-4785-3599-B2C6-6148507558ED}"/>
          </ac:picMkLst>
        </pc:picChg>
        <pc:picChg chg="add mod">
          <ac:chgData name="Poomathi Thangarasu" userId="31a6cd82-5c58-4179-b63b-c97f153e0450" providerId="ADAL" clId="{35D8C759-F963-4D28-AD6A-04A30E8E0B27}" dt="2024-12-12T06:18:40.812" v="226" actId="1076"/>
          <ac:picMkLst>
            <pc:docMk/>
            <pc:sldMk cId="1344454340" sldId="569"/>
            <ac:picMk id="3076" creationId="{95D54E95-6255-913E-C32A-E6CD05264F2F}"/>
          </ac:picMkLst>
        </pc:picChg>
      </pc:sldChg>
      <pc:sldChg chg="addSp delSp modSp add mod">
        <pc:chgData name="Poomathi Thangarasu" userId="31a6cd82-5c58-4179-b63b-c97f153e0450" providerId="ADAL" clId="{35D8C759-F963-4D28-AD6A-04A30E8E0B27}" dt="2024-12-12T07:08:21.101" v="550" actId="1076"/>
        <pc:sldMkLst>
          <pc:docMk/>
          <pc:sldMk cId="2302396611" sldId="570"/>
        </pc:sldMkLst>
        <pc:spChg chg="add mod topLvl">
          <ac:chgData name="Poomathi Thangarasu" userId="31a6cd82-5c58-4179-b63b-c97f153e0450" providerId="ADAL" clId="{35D8C759-F963-4D28-AD6A-04A30E8E0B27}" dt="2024-12-12T07:08:21.101" v="550" actId="1076"/>
          <ac:spMkLst>
            <pc:docMk/>
            <pc:sldMk cId="2302396611" sldId="570"/>
            <ac:spMk id="7" creationId="{CF214F0E-2A18-C447-8A0D-EB4CB04B5974}"/>
          </ac:spMkLst>
        </pc:spChg>
      </pc:sldChg>
      <pc:sldChg chg="addSp delSp modSp add mod">
        <pc:chgData name="Poomathi Thangarasu" userId="31a6cd82-5c58-4179-b63b-c97f153e0450" providerId="ADAL" clId="{35D8C759-F963-4D28-AD6A-04A30E8E0B27}" dt="2024-12-12T07:10:14.105" v="569" actId="15"/>
        <pc:sldMkLst>
          <pc:docMk/>
          <pc:sldMk cId="1135877435" sldId="571"/>
        </pc:sldMkLst>
        <pc:spChg chg="mod">
          <ac:chgData name="Poomathi Thangarasu" userId="31a6cd82-5c58-4179-b63b-c97f153e0450" providerId="ADAL" clId="{35D8C759-F963-4D28-AD6A-04A30E8E0B27}" dt="2024-12-12T07:10:14.105" v="569" actId="15"/>
          <ac:spMkLst>
            <pc:docMk/>
            <pc:sldMk cId="1135877435" sldId="571"/>
            <ac:spMk id="4" creationId="{39464360-6874-D909-E40E-77B1255A9430}"/>
          </ac:spMkLst>
        </pc:spChg>
        <pc:spChg chg="mod">
          <ac:chgData name="Poomathi Thangarasu" userId="31a6cd82-5c58-4179-b63b-c97f153e0450" providerId="ADAL" clId="{35D8C759-F963-4D28-AD6A-04A30E8E0B27}" dt="2024-12-12T06:38:09.214" v="252" actId="27636"/>
          <ac:spMkLst>
            <pc:docMk/>
            <pc:sldMk cId="1135877435" sldId="571"/>
            <ac:spMk id="5" creationId="{9D03BB2D-CD52-503A-B59A-F9D3014F1AB4}"/>
          </ac:spMkLst>
        </pc:spChg>
        <pc:spChg chg="add del">
          <ac:chgData name="Poomathi Thangarasu" userId="31a6cd82-5c58-4179-b63b-c97f153e0450" providerId="ADAL" clId="{35D8C759-F963-4D28-AD6A-04A30E8E0B27}" dt="2024-12-12T06:37:41.488" v="242" actId="26606"/>
          <ac:spMkLst>
            <pc:docMk/>
            <pc:sldMk cId="1135877435" sldId="571"/>
            <ac:spMk id="3081" creationId="{C4879EFC-8E62-4E00-973C-C45EE9EC676D}"/>
          </ac:spMkLst>
        </pc:spChg>
        <pc:spChg chg="add del">
          <ac:chgData name="Poomathi Thangarasu" userId="31a6cd82-5c58-4179-b63b-c97f153e0450" providerId="ADAL" clId="{35D8C759-F963-4D28-AD6A-04A30E8E0B27}" dt="2024-12-12T06:37:41.488" v="242" actId="26606"/>
          <ac:spMkLst>
            <pc:docMk/>
            <pc:sldMk cId="1135877435" sldId="571"/>
            <ac:spMk id="3083" creationId="{D6A9C53F-5F90-40A5-8C85-5412D39C8C68}"/>
          </ac:spMkLst>
        </pc:spChg>
        <pc:picChg chg="ord">
          <ac:chgData name="Poomathi Thangarasu" userId="31a6cd82-5c58-4179-b63b-c97f153e0450" providerId="ADAL" clId="{35D8C759-F963-4D28-AD6A-04A30E8E0B27}" dt="2024-12-12T06:37:41.488" v="242" actId="26606"/>
          <ac:picMkLst>
            <pc:docMk/>
            <pc:sldMk cId="1135877435" sldId="571"/>
            <ac:picMk id="8" creationId="{00000000-0000-0000-0000-000000000000}"/>
          </ac:picMkLst>
        </pc:picChg>
        <pc:picChg chg="add mod">
          <ac:chgData name="Poomathi Thangarasu" userId="31a6cd82-5c58-4179-b63b-c97f153e0450" providerId="ADAL" clId="{35D8C759-F963-4D28-AD6A-04A30E8E0B27}" dt="2024-12-12T06:37:48.166" v="244" actId="1076"/>
          <ac:picMkLst>
            <pc:docMk/>
            <pc:sldMk cId="1135877435" sldId="571"/>
            <ac:picMk id="4098" creationId="{32BFDEB4-F0BC-7028-AB34-D4F290C139F9}"/>
          </ac:picMkLst>
        </pc:picChg>
      </pc:sldChg>
      <pc:sldChg chg="addSp delSp modSp add del mod">
        <pc:chgData name="Poomathi Thangarasu" userId="31a6cd82-5c58-4179-b63b-c97f153e0450" providerId="ADAL" clId="{35D8C759-F963-4D28-AD6A-04A30E8E0B27}" dt="2024-12-12T07:12:35.466" v="612" actId="47"/>
        <pc:sldMkLst>
          <pc:docMk/>
          <pc:sldMk cId="3716399318" sldId="572"/>
        </pc:sldMkLst>
      </pc:sldChg>
      <pc:sldChg chg="addSp delSp modSp add del mod">
        <pc:chgData name="Poomathi Thangarasu" userId="31a6cd82-5c58-4179-b63b-c97f153e0450" providerId="ADAL" clId="{35D8C759-F963-4D28-AD6A-04A30E8E0B27}" dt="2024-12-12T06:40:26.363" v="282" actId="47"/>
        <pc:sldMkLst>
          <pc:docMk/>
          <pc:sldMk cId="3769461036" sldId="573"/>
        </pc:sldMkLst>
      </pc:sldChg>
      <pc:sldChg chg="add del">
        <pc:chgData name="Poomathi Thangarasu" userId="31a6cd82-5c58-4179-b63b-c97f153e0450" providerId="ADAL" clId="{35D8C759-F963-4D28-AD6A-04A30E8E0B27}" dt="2024-12-12T07:02:36.250" v="487" actId="2696"/>
        <pc:sldMkLst>
          <pc:docMk/>
          <pc:sldMk cId="1108627909" sldId="574"/>
        </pc:sldMkLst>
      </pc:sldChg>
      <pc:sldChg chg="add">
        <pc:chgData name="Poomathi Thangarasu" userId="31a6cd82-5c58-4179-b63b-c97f153e0450" providerId="ADAL" clId="{35D8C759-F963-4D28-AD6A-04A30E8E0B27}" dt="2024-12-12T07:02:39.777" v="488"/>
        <pc:sldMkLst>
          <pc:docMk/>
          <pc:sldMk cId="2654042159" sldId="574"/>
        </pc:sldMkLst>
      </pc:sldChg>
      <pc:sldChg chg="addSp delSp modSp add mod modNotesTx">
        <pc:chgData name="Poomathi Thangarasu" userId="31a6cd82-5c58-4179-b63b-c97f153e0450" providerId="ADAL" clId="{35D8C759-F963-4D28-AD6A-04A30E8E0B27}" dt="2024-12-12T07:04:54.814" v="540" actId="15"/>
        <pc:sldMkLst>
          <pc:docMk/>
          <pc:sldMk cId="3696494095" sldId="575"/>
        </pc:sldMkLst>
        <pc:spChg chg="add mod">
          <ac:chgData name="Poomathi Thangarasu" userId="31a6cd82-5c58-4179-b63b-c97f153e0450" providerId="ADAL" clId="{35D8C759-F963-4D28-AD6A-04A30E8E0B27}" dt="2024-12-12T07:04:54.814" v="540" actId="15"/>
          <ac:spMkLst>
            <pc:docMk/>
            <pc:sldMk cId="3696494095" sldId="575"/>
            <ac:spMk id="4" creationId="{B236C33D-348E-15BB-2C52-46377C7B5E2F}"/>
          </ac:spMkLst>
        </pc:spChg>
        <pc:spChg chg="mod">
          <ac:chgData name="Poomathi Thangarasu" userId="31a6cd82-5c58-4179-b63b-c97f153e0450" providerId="ADAL" clId="{35D8C759-F963-4D28-AD6A-04A30E8E0B27}" dt="2024-12-12T06:41:19.718" v="285" actId="14100"/>
          <ac:spMkLst>
            <pc:docMk/>
            <pc:sldMk cId="3696494095" sldId="575"/>
            <ac:spMk id="5" creationId="{9D03BB2D-CD52-503A-B59A-F9D3014F1AB4}"/>
          </ac:spMkLst>
        </pc:spChg>
      </pc:sldChg>
      <pc:sldChg chg="modSp add mod ord">
        <pc:chgData name="Poomathi Thangarasu" userId="31a6cd82-5c58-4179-b63b-c97f153e0450" providerId="ADAL" clId="{35D8C759-F963-4D28-AD6A-04A30E8E0B27}" dt="2024-12-12T06:55:08.200" v="383"/>
        <pc:sldMkLst>
          <pc:docMk/>
          <pc:sldMk cId="1071564053" sldId="576"/>
        </pc:sldMkLst>
        <pc:spChg chg="mod">
          <ac:chgData name="Poomathi Thangarasu" userId="31a6cd82-5c58-4179-b63b-c97f153e0450" providerId="ADAL" clId="{35D8C759-F963-4D28-AD6A-04A30E8E0B27}" dt="2024-12-12T06:42:40.255" v="292"/>
          <ac:spMkLst>
            <pc:docMk/>
            <pc:sldMk cId="1071564053" sldId="576"/>
            <ac:spMk id="6" creationId="{ADF793A8-7DC2-B5AB-02A9-5D5109FB70CE}"/>
          </ac:spMkLst>
        </pc:spChg>
      </pc:sldChg>
      <pc:sldChg chg="addSp delSp add del mod">
        <pc:chgData name="Poomathi Thangarasu" userId="31a6cd82-5c58-4179-b63b-c97f153e0450" providerId="ADAL" clId="{35D8C759-F963-4D28-AD6A-04A30E8E0B27}" dt="2024-12-12T06:44:23.246" v="311" actId="2696"/>
        <pc:sldMkLst>
          <pc:docMk/>
          <pc:sldMk cId="210172494" sldId="577"/>
        </pc:sldMkLst>
      </pc:sldChg>
      <pc:sldChg chg="modSp add ord">
        <pc:chgData name="Poomathi Thangarasu" userId="31a6cd82-5c58-4179-b63b-c97f153e0450" providerId="ADAL" clId="{35D8C759-F963-4D28-AD6A-04A30E8E0B27}" dt="2024-12-12T06:57:49.311" v="450"/>
        <pc:sldMkLst>
          <pc:docMk/>
          <pc:sldMk cId="1650715370" sldId="577"/>
        </pc:sldMkLst>
        <pc:picChg chg="mod">
          <ac:chgData name="Poomathi Thangarasu" userId="31a6cd82-5c58-4179-b63b-c97f153e0450" providerId="ADAL" clId="{35D8C759-F963-4D28-AD6A-04A30E8E0B27}" dt="2024-12-12T06:44:36.583" v="313" actId="14100"/>
          <ac:picMkLst>
            <pc:docMk/>
            <pc:sldMk cId="1650715370" sldId="577"/>
            <ac:picMk id="7170" creationId="{59BA6C35-15D9-FD47-92E2-8E4D7B102316}"/>
          </ac:picMkLst>
        </pc:picChg>
      </pc:sldChg>
      <pc:sldChg chg="addSp delSp modSp add del mod setBg">
        <pc:chgData name="Poomathi Thangarasu" userId="31a6cd82-5c58-4179-b63b-c97f153e0450" providerId="ADAL" clId="{35D8C759-F963-4D28-AD6A-04A30E8E0B27}" dt="2024-12-12T06:55:51.633" v="413" actId="2696"/>
        <pc:sldMkLst>
          <pc:docMk/>
          <pc:sldMk cId="859592295" sldId="578"/>
        </pc:sldMkLst>
      </pc:sldChg>
      <pc:sldChg chg="delSp add setBg delDesignElem">
        <pc:chgData name="Poomathi Thangarasu" userId="31a6cd82-5c58-4179-b63b-c97f153e0450" providerId="ADAL" clId="{35D8C759-F963-4D28-AD6A-04A30E8E0B27}" dt="2024-12-12T06:55:55.595" v="415"/>
        <pc:sldMkLst>
          <pc:docMk/>
          <pc:sldMk cId="923793219" sldId="578"/>
        </pc:sldMkLst>
      </pc:sldChg>
      <pc:sldChg chg="addSp delSp modSp add mod">
        <pc:chgData name="Poomathi Thangarasu" userId="31a6cd82-5c58-4179-b63b-c97f153e0450" providerId="ADAL" clId="{35D8C759-F963-4D28-AD6A-04A30E8E0B27}" dt="2024-12-12T06:47:30.165" v="330" actId="20577"/>
        <pc:sldMkLst>
          <pc:docMk/>
          <pc:sldMk cId="3391673313" sldId="579"/>
        </pc:sldMkLst>
        <pc:spChg chg="add mod">
          <ac:chgData name="Poomathi Thangarasu" userId="31a6cd82-5c58-4179-b63b-c97f153e0450" providerId="ADAL" clId="{35D8C759-F963-4D28-AD6A-04A30E8E0B27}" dt="2024-12-12T06:47:30.165" v="330" actId="20577"/>
          <ac:spMkLst>
            <pc:docMk/>
            <pc:sldMk cId="3391673313" sldId="579"/>
            <ac:spMk id="4" creationId="{67A6BDE3-0081-72B6-0BD8-F78799BBE3C1}"/>
          </ac:spMkLst>
        </pc:spChg>
        <pc:picChg chg="add mod">
          <ac:chgData name="Poomathi Thangarasu" userId="31a6cd82-5c58-4179-b63b-c97f153e0450" providerId="ADAL" clId="{35D8C759-F963-4D28-AD6A-04A30E8E0B27}" dt="2024-12-12T06:46:49.164" v="323" actId="14100"/>
          <ac:picMkLst>
            <pc:docMk/>
            <pc:sldMk cId="3391673313" sldId="579"/>
            <ac:picMk id="2" creationId="{0861F1BA-A3F0-F22C-8089-8F27F747E874}"/>
          </ac:picMkLst>
        </pc:picChg>
      </pc:sldChg>
      <pc:sldChg chg="addSp delSp modSp add mod ord setBg">
        <pc:chgData name="Poomathi Thangarasu" userId="31a6cd82-5c58-4179-b63b-c97f153e0450" providerId="ADAL" clId="{35D8C759-F963-4D28-AD6A-04A30E8E0B27}" dt="2024-12-12T06:56:25.021" v="434"/>
        <pc:sldMkLst>
          <pc:docMk/>
          <pc:sldMk cId="3973879626" sldId="580"/>
        </pc:sldMkLst>
        <pc:spChg chg="mod">
          <ac:chgData name="Poomathi Thangarasu" userId="31a6cd82-5c58-4179-b63b-c97f153e0450" providerId="ADAL" clId="{35D8C759-F963-4D28-AD6A-04A30E8E0B27}" dt="2024-12-12T06:56:13.115" v="432" actId="20577"/>
          <ac:spMkLst>
            <pc:docMk/>
            <pc:sldMk cId="3973879626" sldId="580"/>
            <ac:spMk id="2" creationId="{25F00588-5E5B-4954-4F5B-35047777532C}"/>
          </ac:spMkLst>
        </pc:spChg>
        <pc:spChg chg="mod">
          <ac:chgData name="Poomathi Thangarasu" userId="31a6cd82-5c58-4179-b63b-c97f153e0450" providerId="ADAL" clId="{35D8C759-F963-4D28-AD6A-04A30E8E0B27}" dt="2024-12-12T06:52:01.085" v="364" actId="26606"/>
          <ac:spMkLst>
            <pc:docMk/>
            <pc:sldMk cId="3973879626" sldId="580"/>
            <ac:spMk id="9" creationId="{2FDADD92-4E39-7713-520E-D88B1D53A255}"/>
          </ac:spMkLst>
        </pc:spChg>
        <pc:picChg chg="ord">
          <ac:chgData name="Poomathi Thangarasu" userId="31a6cd82-5c58-4179-b63b-c97f153e0450" providerId="ADAL" clId="{35D8C759-F963-4D28-AD6A-04A30E8E0B27}" dt="2024-12-12T06:52:01.085" v="364" actId="26606"/>
          <ac:picMkLst>
            <pc:docMk/>
            <pc:sldMk cId="3973879626" sldId="580"/>
            <ac:picMk id="8" creationId="{00000000-0000-0000-0000-000000000000}"/>
          </ac:picMkLst>
        </pc:picChg>
      </pc:sldChg>
      <pc:sldChg chg="addSp delSp modSp add mod ord setBg">
        <pc:chgData name="Poomathi Thangarasu" userId="31a6cd82-5c58-4179-b63b-c97f153e0450" providerId="ADAL" clId="{35D8C759-F963-4D28-AD6A-04A30E8E0B27}" dt="2024-12-12T06:56:35.701" v="438"/>
        <pc:sldMkLst>
          <pc:docMk/>
          <pc:sldMk cId="2443924465" sldId="581"/>
        </pc:sldMkLst>
        <pc:spChg chg="mod">
          <ac:chgData name="Poomathi Thangarasu" userId="31a6cd82-5c58-4179-b63b-c97f153e0450" providerId="ADAL" clId="{35D8C759-F963-4D28-AD6A-04A30E8E0B27}" dt="2024-12-12T06:52:31.045" v="369" actId="26606"/>
          <ac:spMkLst>
            <pc:docMk/>
            <pc:sldMk cId="2443924465" sldId="581"/>
            <ac:spMk id="9" creationId="{2FDADD92-4E39-7713-520E-D88B1D53A255}"/>
          </ac:spMkLst>
        </pc:spChg>
        <pc:spChg chg="add">
          <ac:chgData name="Poomathi Thangarasu" userId="31a6cd82-5c58-4179-b63b-c97f153e0450" providerId="ADAL" clId="{35D8C759-F963-4D28-AD6A-04A30E8E0B27}" dt="2024-12-12T06:52:31.045" v="369" actId="26606"/>
          <ac:spMkLst>
            <pc:docMk/>
            <pc:sldMk cId="2443924465" sldId="581"/>
            <ac:spMk id="14" creationId="{BCED4D40-4B67-4331-AC48-79B82B4A47D8}"/>
          </ac:spMkLst>
        </pc:spChg>
        <pc:spChg chg="add">
          <ac:chgData name="Poomathi Thangarasu" userId="31a6cd82-5c58-4179-b63b-c97f153e0450" providerId="ADAL" clId="{35D8C759-F963-4D28-AD6A-04A30E8E0B27}" dt="2024-12-12T06:52:31.045" v="369" actId="26606"/>
          <ac:spMkLst>
            <pc:docMk/>
            <pc:sldMk cId="2443924465" sldId="581"/>
            <ac:spMk id="16" creationId="{670CEDEF-4F34-412E-84EE-329C1E936AF5}"/>
          </ac:spMkLst>
        </pc:spChg>
        <pc:picChg chg="add mod">
          <ac:chgData name="Poomathi Thangarasu" userId="31a6cd82-5c58-4179-b63b-c97f153e0450" providerId="ADAL" clId="{35D8C759-F963-4D28-AD6A-04A30E8E0B27}" dt="2024-12-12T06:53:39.211" v="373" actId="962"/>
          <ac:picMkLst>
            <pc:docMk/>
            <pc:sldMk cId="2443924465" sldId="581"/>
            <ac:picMk id="2" creationId="{DBA88DCC-F48A-7C0B-27FF-06D8150D3C9F}"/>
          </ac:picMkLst>
        </pc:picChg>
        <pc:picChg chg="mod ord">
          <ac:chgData name="Poomathi Thangarasu" userId="31a6cd82-5c58-4179-b63b-c97f153e0450" providerId="ADAL" clId="{35D8C759-F963-4D28-AD6A-04A30E8E0B27}" dt="2024-12-12T06:53:39.007" v="370" actId="27614"/>
          <ac:picMkLst>
            <pc:docMk/>
            <pc:sldMk cId="2443924465" sldId="581"/>
            <ac:picMk id="8" creationId="{00000000-0000-0000-0000-000000000000}"/>
          </ac:picMkLst>
        </pc:picChg>
      </pc:sldChg>
      <pc:sldChg chg="add">
        <pc:chgData name="Poomathi Thangarasu" userId="31a6cd82-5c58-4179-b63b-c97f153e0450" providerId="ADAL" clId="{35D8C759-F963-4D28-AD6A-04A30E8E0B27}" dt="2024-12-12T07:11:10.166" v="582" actId="2890"/>
        <pc:sldMkLst>
          <pc:docMk/>
          <pc:sldMk cId="2633731469" sldId="582"/>
        </pc:sldMkLst>
      </pc:sldChg>
      <pc:sldChg chg="addSp delSp modSp add mod ord">
        <pc:chgData name="Poomathi Thangarasu" userId="31a6cd82-5c58-4179-b63b-c97f153e0450" providerId="ADAL" clId="{35D8C759-F963-4D28-AD6A-04A30E8E0B27}" dt="2024-12-12T07:19:22.864" v="699" actId="20577"/>
        <pc:sldMkLst>
          <pc:docMk/>
          <pc:sldMk cId="1547438503" sldId="583"/>
        </pc:sldMkLst>
        <pc:spChg chg="add mod">
          <ac:chgData name="Poomathi Thangarasu" userId="31a6cd82-5c58-4179-b63b-c97f153e0450" providerId="ADAL" clId="{35D8C759-F963-4D28-AD6A-04A30E8E0B27}" dt="2024-12-12T07:13:44.209" v="620" actId="1076"/>
          <ac:spMkLst>
            <pc:docMk/>
            <pc:sldMk cId="1547438503" sldId="583"/>
            <ac:spMk id="3" creationId="{9D83B7D1-F11A-ECAB-C9BD-A6A438A7A6B1}"/>
          </ac:spMkLst>
        </pc:spChg>
        <pc:spChg chg="mod">
          <ac:chgData name="Poomathi Thangarasu" userId="31a6cd82-5c58-4179-b63b-c97f153e0450" providerId="ADAL" clId="{35D8C759-F963-4D28-AD6A-04A30E8E0B27}" dt="2024-12-12T07:19:22.864" v="699" actId="20577"/>
          <ac:spMkLst>
            <pc:docMk/>
            <pc:sldMk cId="1547438503" sldId="583"/>
            <ac:spMk id="9" creationId="{2FDADD92-4E39-7713-520E-D88B1D53A255}"/>
          </ac:spMkLst>
        </pc:spChg>
      </pc:sldChg>
      <pc:sldChg chg="addSp modSp add mod">
        <pc:chgData name="Poomathi Thangarasu" userId="31a6cd82-5c58-4179-b63b-c97f153e0450" providerId="ADAL" clId="{35D8C759-F963-4D28-AD6A-04A30E8E0B27}" dt="2024-12-12T07:18:30.830" v="662" actId="20577"/>
        <pc:sldMkLst>
          <pc:docMk/>
          <pc:sldMk cId="1448815820" sldId="584"/>
        </pc:sldMkLst>
        <pc:spChg chg="mod">
          <ac:chgData name="Poomathi Thangarasu" userId="31a6cd82-5c58-4179-b63b-c97f153e0450" providerId="ADAL" clId="{35D8C759-F963-4D28-AD6A-04A30E8E0B27}" dt="2024-12-12T07:18:02.418" v="648" actId="15"/>
          <ac:spMkLst>
            <pc:docMk/>
            <pc:sldMk cId="1448815820" sldId="584"/>
            <ac:spMk id="3" creationId="{9D83B7D1-F11A-ECAB-C9BD-A6A438A7A6B1}"/>
          </ac:spMkLst>
        </pc:spChg>
        <pc:spChg chg="mod">
          <ac:chgData name="Poomathi Thangarasu" userId="31a6cd82-5c58-4179-b63b-c97f153e0450" providerId="ADAL" clId="{35D8C759-F963-4D28-AD6A-04A30E8E0B27}" dt="2024-12-12T07:18:30.830" v="662" actId="20577"/>
          <ac:spMkLst>
            <pc:docMk/>
            <pc:sldMk cId="1448815820" sldId="584"/>
            <ac:spMk id="9" creationId="{2FDADD92-4E39-7713-520E-D88B1D53A255}"/>
          </ac:spMkLst>
        </pc:spChg>
      </pc:sldChg>
      <pc:sldChg chg="addSp delSp modSp add mod setBg">
        <pc:chgData name="Poomathi Thangarasu" userId="31a6cd82-5c58-4179-b63b-c97f153e0450" providerId="ADAL" clId="{35D8C759-F963-4D28-AD6A-04A30E8E0B27}" dt="2024-12-12T07:19:08.318" v="688" actId="20577"/>
        <pc:sldMkLst>
          <pc:docMk/>
          <pc:sldMk cId="3550478198" sldId="585"/>
        </pc:sldMkLst>
        <pc:spChg chg="mod">
          <ac:chgData name="Poomathi Thangarasu" userId="31a6cd82-5c58-4179-b63b-c97f153e0450" providerId="ADAL" clId="{35D8C759-F963-4D28-AD6A-04A30E8E0B27}" dt="2024-12-12T07:19:08.318" v="688" actId="20577"/>
          <ac:spMkLst>
            <pc:docMk/>
            <pc:sldMk cId="3550478198" sldId="585"/>
            <ac:spMk id="9" creationId="{2FDADD92-4E39-7713-520E-D88B1D53A255}"/>
          </ac:spMkLst>
        </pc:spChg>
        <pc:spChg chg="add">
          <ac:chgData name="Poomathi Thangarasu" userId="31a6cd82-5c58-4179-b63b-c97f153e0450" providerId="ADAL" clId="{35D8C759-F963-4D28-AD6A-04A30E8E0B27}" dt="2024-12-12T07:19:01.897" v="675" actId="26606"/>
          <ac:spMkLst>
            <pc:docMk/>
            <pc:sldMk cId="3550478198" sldId="585"/>
            <ac:spMk id="23" creationId="{84A8DE83-DE75-4B41-9DB4-A7EC0B0DEC0B}"/>
          </ac:spMkLst>
        </pc:spChg>
        <pc:spChg chg="add">
          <ac:chgData name="Poomathi Thangarasu" userId="31a6cd82-5c58-4179-b63b-c97f153e0450" providerId="ADAL" clId="{35D8C759-F963-4D28-AD6A-04A30E8E0B27}" dt="2024-12-12T07:19:01.897" v="675" actId="26606"/>
          <ac:spMkLst>
            <pc:docMk/>
            <pc:sldMk cId="3550478198" sldId="585"/>
            <ac:spMk id="24" creationId="{A8384FB5-9ADC-4DDC-881B-597D56F5B15D}"/>
          </ac:spMkLst>
        </pc:spChg>
        <pc:spChg chg="add">
          <ac:chgData name="Poomathi Thangarasu" userId="31a6cd82-5c58-4179-b63b-c97f153e0450" providerId="ADAL" clId="{35D8C759-F963-4D28-AD6A-04A30E8E0B27}" dt="2024-12-12T07:19:01.897" v="675" actId="26606"/>
          <ac:spMkLst>
            <pc:docMk/>
            <pc:sldMk cId="3550478198" sldId="585"/>
            <ac:spMk id="25" creationId="{A7009A0A-BEF5-4EAC-AF15-E4F9F002E239}"/>
          </ac:spMkLst>
        </pc:spChg>
        <pc:spChg chg="add">
          <ac:chgData name="Poomathi Thangarasu" userId="31a6cd82-5c58-4179-b63b-c97f153e0450" providerId="ADAL" clId="{35D8C759-F963-4D28-AD6A-04A30E8E0B27}" dt="2024-12-12T07:19:01.897" v="675" actId="26606"/>
          <ac:spMkLst>
            <pc:docMk/>
            <pc:sldMk cId="3550478198" sldId="585"/>
            <ac:spMk id="26" creationId="{1199E1B1-A8C0-4FE8-A5A8-1CB41D69F857}"/>
          </ac:spMkLst>
        </pc:spChg>
        <pc:picChg chg="ord">
          <ac:chgData name="Poomathi Thangarasu" userId="31a6cd82-5c58-4179-b63b-c97f153e0450" providerId="ADAL" clId="{35D8C759-F963-4D28-AD6A-04A30E8E0B27}" dt="2024-12-12T07:19:01.897" v="675" actId="26606"/>
          <ac:picMkLst>
            <pc:docMk/>
            <pc:sldMk cId="3550478198" sldId="585"/>
            <ac:picMk id="8" creationId="{00000000-0000-0000-0000-000000000000}"/>
          </ac:picMkLst>
        </pc:picChg>
        <pc:picChg chg="add mod">
          <ac:chgData name="Poomathi Thangarasu" userId="31a6cd82-5c58-4179-b63b-c97f153e0450" providerId="ADAL" clId="{35D8C759-F963-4D28-AD6A-04A30E8E0B27}" dt="2024-12-12T07:19:01.897" v="675" actId="26606"/>
          <ac:picMkLst>
            <pc:docMk/>
            <pc:sldMk cId="3550478198" sldId="585"/>
            <ac:picMk id="14" creationId="{E3CA6FF0-5DF4-C4D8-C7D3-F61CD1449F5D}"/>
          </ac:picMkLst>
        </pc:picChg>
      </pc:sldChg>
    </pc:docChg>
  </pc:docChgLst>
  <pc:docChgLst>
    <pc:chgData name="Suraj Chopade" userId="S::suraj.chopade@bostoninstituteofanalytics.org::dcc44ee8-6a65-4538-a5e1-c87e14ca7a61" providerId="AD" clId="Web-{E08E5B7E-1FFB-5E1D-1293-C8FADAC46D7F}"/>
    <pc:docChg chg="addSld modSld">
      <pc:chgData name="Suraj Chopade" userId="S::suraj.chopade@bostoninstituteofanalytics.org::dcc44ee8-6a65-4538-a5e1-c87e14ca7a61" providerId="AD" clId="Web-{E08E5B7E-1FFB-5E1D-1293-C8FADAC46D7F}" dt="2023-10-09T11:48:56.108" v="126" actId="1076"/>
      <pc:docMkLst>
        <pc:docMk/>
      </pc:docMkLst>
      <pc:sldChg chg="modSp">
        <pc:chgData name="Suraj Chopade" userId="S::suraj.chopade@bostoninstituteofanalytics.org::dcc44ee8-6a65-4538-a5e1-c87e14ca7a61" providerId="AD" clId="Web-{E08E5B7E-1FFB-5E1D-1293-C8FADAC46D7F}" dt="2023-10-09T11:48:56.108" v="126" actId="1076"/>
        <pc:sldMkLst>
          <pc:docMk/>
          <pc:sldMk cId="2004310942" sldId="497"/>
        </pc:sldMkLst>
      </pc:sldChg>
      <pc:sldChg chg="addSp modSp">
        <pc:chgData name="Suraj Chopade" userId="S::suraj.chopade@bostoninstituteofanalytics.org::dcc44ee8-6a65-4538-a5e1-c87e14ca7a61" providerId="AD" clId="Web-{E08E5B7E-1FFB-5E1D-1293-C8FADAC46D7F}" dt="2023-10-09T11:36:53.491" v="4" actId="1076"/>
        <pc:sldMkLst>
          <pc:docMk/>
          <pc:sldMk cId="988374458" sldId="498"/>
        </pc:sldMkLst>
      </pc:sldChg>
      <pc:sldChg chg="addSp delSp modSp add replId modNotes">
        <pc:chgData name="Suraj Chopade" userId="S::suraj.chopade@bostoninstituteofanalytics.org::dcc44ee8-6a65-4538-a5e1-c87e14ca7a61" providerId="AD" clId="Web-{E08E5B7E-1FFB-5E1D-1293-C8FADAC46D7F}" dt="2023-10-09T11:45:26.179" v="94" actId="1076"/>
        <pc:sldMkLst>
          <pc:docMk/>
          <pc:sldMk cId="3625850331" sldId="504"/>
        </pc:sldMkLst>
      </pc:sldChg>
      <pc:sldChg chg="addSp delSp modSp add replId">
        <pc:chgData name="Suraj Chopade" userId="S::suraj.chopade@bostoninstituteofanalytics.org::dcc44ee8-6a65-4538-a5e1-c87e14ca7a61" providerId="AD" clId="Web-{E08E5B7E-1FFB-5E1D-1293-C8FADAC46D7F}" dt="2023-10-09T11:45:38.101" v="96" actId="20577"/>
        <pc:sldMkLst>
          <pc:docMk/>
          <pc:sldMk cId="3589145878" sldId="505"/>
        </pc:sldMkLst>
      </pc:sldChg>
      <pc:sldChg chg="modSp add replId modNotes">
        <pc:chgData name="Suraj Chopade" userId="S::suraj.chopade@bostoninstituteofanalytics.org::dcc44ee8-6a65-4538-a5e1-c87e14ca7a61" providerId="AD" clId="Web-{E08E5B7E-1FFB-5E1D-1293-C8FADAC46D7F}" dt="2023-10-09T11:48:16.372" v="121"/>
        <pc:sldMkLst>
          <pc:docMk/>
          <pc:sldMk cId="1923082277" sldId="5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ocalhost:8889/notebooks/Desktop/SVM%20classifier%20-%20Breast%20Cancer%20Dataset%20(In-built).ipynb"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localhost:8889/notebooks/Desktop/SVM%20classifier%20-%20Breast%20Cancer%20Dataset%20(In-built).ipynb"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localhost:8889/notebooks/Desktop/KNN%20Classifier%20-%20Iris%20Dataset.ipynb"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localhost:8889/notebooks/Desktop/KNN%20Classifier%20-%20Iris%20Dataset.ipynb"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a:t>
            </a:r>
            <a:r>
              <a:rPr lang="en-US" dirty="0" err="1"/>
              <a:t>Jupyter</a:t>
            </a:r>
            <a:r>
              <a:rPr lang="en-US" dirty="0"/>
              <a:t> file for this question - </a:t>
            </a:r>
            <a:r>
              <a:rPr lang="en-US" dirty="0">
                <a:hlinkClick r:id="rId3"/>
              </a:rPr>
              <a:t>SVM classifier - Breast Cancer Dataset (In-built).ipynb</a:t>
            </a:r>
            <a:endParaRPr lang="en-US"/>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a:p>
        </p:txBody>
      </p:sp>
    </p:spTree>
    <p:extLst>
      <p:ext uri="{BB962C8B-B14F-4D97-AF65-F5344CB8AC3E}">
        <p14:creationId xmlns:p14="http://schemas.microsoft.com/office/powerpoint/2010/main" val="587397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a:t>
            </a:r>
            <a:r>
              <a:rPr lang="en-US" dirty="0" err="1"/>
              <a:t>Jupyter</a:t>
            </a:r>
            <a:r>
              <a:rPr lang="en-US" dirty="0"/>
              <a:t> file for this question - </a:t>
            </a:r>
            <a:r>
              <a:rPr lang="en-US" dirty="0">
                <a:hlinkClick r:id="rId3"/>
              </a:rPr>
              <a:t>SVM classifier - Breast Cancer Dataset (In-built).ipynb</a:t>
            </a:r>
            <a:endParaRPr lang="en-US"/>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a:p>
        </p:txBody>
      </p:sp>
    </p:spTree>
    <p:extLst>
      <p:ext uri="{BB962C8B-B14F-4D97-AF65-F5344CB8AC3E}">
        <p14:creationId xmlns:p14="http://schemas.microsoft.com/office/powerpoint/2010/main" val="2317057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242424"/>
                </a:solidFill>
                <a:effectLst/>
                <a:latin typeface="source-serif-pro"/>
              </a:rPr>
              <a:t>Large dataset: </a:t>
            </a:r>
            <a:r>
              <a:rPr lang="en-US" b="0" i="0" dirty="0">
                <a:solidFill>
                  <a:srgbClr val="242424"/>
                </a:solidFill>
                <a:effectLst/>
                <a:latin typeface="source-serif-pro"/>
              </a:rPr>
              <a:t>KNN is a lazy learning technique because in training phase KNN doing nothing, so training is fast but on time of prediction it becomes slow as large dataset comes. Let’s take an example imagine you have a dataset in which 1 lakh rows and 500 columns, in this case on prediction time your model has calculate </a:t>
            </a:r>
            <a:r>
              <a:rPr lang="en-US" b="0" i="0" dirty="0" err="1">
                <a:solidFill>
                  <a:srgbClr val="242424"/>
                </a:solidFill>
                <a:effectLst/>
                <a:latin typeface="source-serif-pro"/>
              </a:rPr>
              <a:t>euclidean</a:t>
            </a:r>
            <a:r>
              <a:rPr lang="en-US" b="0" i="0" dirty="0">
                <a:solidFill>
                  <a:srgbClr val="242424"/>
                </a:solidFill>
                <a:effectLst/>
                <a:latin typeface="source-serif-pro"/>
              </a:rPr>
              <a:t> distance from 1 lakh points in 500 </a:t>
            </a:r>
            <a:r>
              <a:rPr lang="en-US" b="0" i="0" dirty="0" err="1">
                <a:solidFill>
                  <a:srgbClr val="242424"/>
                </a:solidFill>
                <a:effectLst/>
                <a:latin typeface="source-serif-pro"/>
              </a:rPr>
              <a:t>dimentional</a:t>
            </a:r>
            <a:r>
              <a:rPr lang="en-US" b="0" i="0" dirty="0">
                <a:solidFill>
                  <a:srgbClr val="242424"/>
                </a:solidFill>
                <a:effectLst/>
                <a:latin typeface="source-serif-pro"/>
              </a:rPr>
              <a:t> dataset, due to which lots of time consume and no one likes to take much more time during prediction.</a:t>
            </a:r>
          </a:p>
          <a:p>
            <a:pPr algn="l">
              <a:buFont typeface="+mj-lt"/>
              <a:buAutoNum type="arabicPeriod"/>
            </a:pPr>
            <a:r>
              <a:rPr lang="en-US" b="1" i="0" dirty="0">
                <a:solidFill>
                  <a:srgbClr val="242424"/>
                </a:solidFill>
                <a:effectLst/>
                <a:latin typeface="source-serif-pro"/>
              </a:rPr>
              <a:t>Curse of Dimensionality: </a:t>
            </a:r>
            <a:r>
              <a:rPr lang="en-US" b="0" i="0" dirty="0">
                <a:solidFill>
                  <a:srgbClr val="242424"/>
                </a:solidFill>
                <a:effectLst/>
                <a:latin typeface="source-serif-pro"/>
              </a:rPr>
              <a:t>The curse of dimensionality refers to the phenomenon where the feature space becomes increasingly sparse as the number of dimensions (features) grows. In high-dimensional spaces, the notion of proximity or similarity becomes less meaningful. This can negatively impact the performance of KNN, as the algorithm relies on the assumption that similar instances are close to each other. In large datasets with high-dimensional feature spaces, the accuracy and effectiveness of KNN may decrease.</a:t>
            </a:r>
          </a:p>
          <a:p>
            <a:pPr algn="l">
              <a:buFont typeface="+mj-lt"/>
              <a:buAutoNum type="arabicPeriod"/>
            </a:pPr>
            <a:r>
              <a:rPr lang="en-US" b="1" i="0" dirty="0">
                <a:solidFill>
                  <a:srgbClr val="242424"/>
                </a:solidFill>
                <a:effectLst/>
                <a:latin typeface="source-serif-pro"/>
              </a:rPr>
              <a:t>Irrelevant or Outlier Features:</a:t>
            </a:r>
            <a:r>
              <a:rPr lang="en-US" b="0" i="0" dirty="0">
                <a:solidFill>
                  <a:srgbClr val="242424"/>
                </a:solidFill>
                <a:effectLst/>
                <a:latin typeface="source-serif-pro"/>
              </a:rPr>
              <a:t> In large datasets, it’s common to encounter features that are irrelevant or noisy, meaning they do not contribute much to the underlying patterns or have inconsistent or misleading information. KNN considers all features equally in the distance calculation, which can lead to the inclusion of irrelevant or noisy features in the decision-making process. This can result in suboptimal predictions and decreased performance.</a:t>
            </a:r>
          </a:p>
          <a:p>
            <a:pPr algn="l">
              <a:buFont typeface="+mj-lt"/>
              <a:buAutoNum type="arabicPeriod"/>
            </a:pPr>
            <a:r>
              <a:rPr lang="en-US" b="1" i="0" dirty="0">
                <a:solidFill>
                  <a:srgbClr val="242424"/>
                </a:solidFill>
                <a:effectLst/>
                <a:latin typeface="source-serif-pro"/>
              </a:rPr>
              <a:t>Imbalanced dataset: </a:t>
            </a:r>
            <a:r>
              <a:rPr lang="en-US" b="0" i="0" dirty="0">
                <a:solidFill>
                  <a:srgbClr val="242424"/>
                </a:solidFill>
                <a:effectLst/>
                <a:latin typeface="source-serif-pro"/>
              </a:rPr>
              <a:t>In an imbalanced dataset, the majority class typically has significantly more samples than the minority class. Since KNN relies on the nearest neighbors for classification, a large number of neighbors from the majority class can overpower the neighbors from the minority class. As a result, the majority class tends to dominate the decision-making process, leading to a bias towards the majority class in the predictions.</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39</a:t>
            </a:fld>
            <a:endParaRPr lang="en-IN"/>
          </a:p>
        </p:txBody>
      </p:sp>
    </p:spTree>
    <p:extLst>
      <p:ext uri="{BB962C8B-B14F-4D97-AF65-F5344CB8AC3E}">
        <p14:creationId xmlns:p14="http://schemas.microsoft.com/office/powerpoint/2010/main" val="3657531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242424"/>
                </a:solidFill>
                <a:effectLst/>
                <a:latin typeface="source-serif-pro"/>
              </a:rPr>
              <a:t>Large dataset: </a:t>
            </a:r>
            <a:r>
              <a:rPr lang="en-US" b="0" i="0" dirty="0">
                <a:solidFill>
                  <a:srgbClr val="242424"/>
                </a:solidFill>
                <a:effectLst/>
                <a:latin typeface="source-serif-pro"/>
              </a:rPr>
              <a:t>KNN is a lazy learning technique because in training phase KNN doing nothing, so training is fast but on time of prediction it becomes slow as large dataset comes. Let’s take an example imagine you have a dataset in which 1 lakh rows and 500 columns, in this case on prediction time your model has calculate </a:t>
            </a:r>
            <a:r>
              <a:rPr lang="en-US" b="0" i="0" dirty="0" err="1">
                <a:solidFill>
                  <a:srgbClr val="242424"/>
                </a:solidFill>
                <a:effectLst/>
                <a:latin typeface="source-serif-pro"/>
              </a:rPr>
              <a:t>euclidean</a:t>
            </a:r>
            <a:r>
              <a:rPr lang="en-US" b="0" i="0" dirty="0">
                <a:solidFill>
                  <a:srgbClr val="242424"/>
                </a:solidFill>
                <a:effectLst/>
                <a:latin typeface="source-serif-pro"/>
              </a:rPr>
              <a:t> distance from 1 lakh points in 500 </a:t>
            </a:r>
            <a:r>
              <a:rPr lang="en-US" b="0" i="0" dirty="0" err="1">
                <a:solidFill>
                  <a:srgbClr val="242424"/>
                </a:solidFill>
                <a:effectLst/>
                <a:latin typeface="source-serif-pro"/>
              </a:rPr>
              <a:t>dimentional</a:t>
            </a:r>
            <a:r>
              <a:rPr lang="en-US" b="0" i="0" dirty="0">
                <a:solidFill>
                  <a:srgbClr val="242424"/>
                </a:solidFill>
                <a:effectLst/>
                <a:latin typeface="source-serif-pro"/>
              </a:rPr>
              <a:t> dataset, due to which lots of time consume and no one likes to take much more time during prediction.</a:t>
            </a:r>
          </a:p>
          <a:p>
            <a:pPr algn="l">
              <a:buFont typeface="+mj-lt"/>
              <a:buAutoNum type="arabicPeriod"/>
            </a:pPr>
            <a:r>
              <a:rPr lang="en-US" b="1" i="0" dirty="0">
                <a:solidFill>
                  <a:srgbClr val="242424"/>
                </a:solidFill>
                <a:effectLst/>
                <a:latin typeface="source-serif-pro"/>
              </a:rPr>
              <a:t>Curse of Dimensionality: </a:t>
            </a:r>
            <a:r>
              <a:rPr lang="en-US" b="0" i="0" dirty="0">
                <a:solidFill>
                  <a:srgbClr val="242424"/>
                </a:solidFill>
                <a:effectLst/>
                <a:latin typeface="source-serif-pro"/>
              </a:rPr>
              <a:t>The curse of dimensionality refers to the phenomenon where the feature space becomes increasingly sparse as the number of dimensions (features) grows. In high-dimensional spaces, the notion of proximity or similarity becomes less meaningful. This can negatively impact the performance of KNN, as the algorithm relies on the assumption that similar instances are close to each other. In large datasets with high-dimensional feature spaces, the accuracy and effectiveness of KNN may decrease.</a:t>
            </a:r>
          </a:p>
          <a:p>
            <a:pPr algn="l">
              <a:buFont typeface="+mj-lt"/>
              <a:buAutoNum type="arabicPeriod"/>
            </a:pPr>
            <a:r>
              <a:rPr lang="en-US" b="1" i="0" dirty="0">
                <a:solidFill>
                  <a:srgbClr val="242424"/>
                </a:solidFill>
                <a:effectLst/>
                <a:latin typeface="source-serif-pro"/>
              </a:rPr>
              <a:t>Irrelevant or Outlier Features:</a:t>
            </a:r>
            <a:r>
              <a:rPr lang="en-US" b="0" i="0" dirty="0">
                <a:solidFill>
                  <a:srgbClr val="242424"/>
                </a:solidFill>
                <a:effectLst/>
                <a:latin typeface="source-serif-pro"/>
              </a:rPr>
              <a:t> In large datasets, it’s common to encounter features that are irrelevant or noisy, meaning they do not contribute much to the underlying patterns or have inconsistent or misleading information. KNN considers all features equally in the distance calculation, which can lead to the inclusion of irrelevant or noisy features in the decision-making process. This can result in suboptimal predictions and decreased performance.</a:t>
            </a:r>
          </a:p>
          <a:p>
            <a:pPr algn="l">
              <a:buFont typeface="+mj-lt"/>
              <a:buAutoNum type="arabicPeriod"/>
            </a:pPr>
            <a:r>
              <a:rPr lang="en-US" b="1" i="0" dirty="0">
                <a:solidFill>
                  <a:srgbClr val="242424"/>
                </a:solidFill>
                <a:effectLst/>
                <a:latin typeface="source-serif-pro"/>
              </a:rPr>
              <a:t>Imbalanced dataset: </a:t>
            </a:r>
            <a:r>
              <a:rPr lang="en-US" b="0" i="0" dirty="0">
                <a:solidFill>
                  <a:srgbClr val="242424"/>
                </a:solidFill>
                <a:effectLst/>
                <a:latin typeface="source-serif-pro"/>
              </a:rPr>
              <a:t>In an imbalanced dataset, the majority class typically has significantly more samples than the minority class. Since KNN relies on the nearest neighbors for classification, a large number of neighbors from the majority class can overpower the neighbors from the minority class. As a result, the majority class tends to dominate the decision-making process, leading to a bias towards the majority class in the predictions.</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40</a:t>
            </a:fld>
            <a:endParaRPr lang="en-IN"/>
          </a:p>
        </p:txBody>
      </p:sp>
    </p:spTree>
    <p:extLst>
      <p:ext uri="{BB962C8B-B14F-4D97-AF65-F5344CB8AC3E}">
        <p14:creationId xmlns:p14="http://schemas.microsoft.com/office/powerpoint/2010/main" val="3858784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1" i="0" dirty="0">
                <a:solidFill>
                  <a:srgbClr val="242424"/>
                </a:solidFill>
                <a:effectLst/>
                <a:latin typeface="source-serif-pro"/>
              </a:rPr>
              <a:t>https://medium.com/@sachinsoni600517/k-nearest-neighbours-introduction-to-machine-learning-algorithms-9dbc9d9fb3b2</a:t>
            </a:r>
          </a:p>
          <a:p>
            <a:pPr algn="l">
              <a:buFont typeface="+mj-lt"/>
              <a:buAutoNum type="arabicPeriod"/>
            </a:pPr>
            <a:endParaRPr lang="en-US" b="1" i="0" dirty="0">
              <a:solidFill>
                <a:srgbClr val="242424"/>
              </a:solidFill>
              <a:effectLst/>
              <a:latin typeface="source-serif-pro"/>
            </a:endParaRPr>
          </a:p>
          <a:p>
            <a:pPr algn="l">
              <a:buFont typeface="+mj-lt"/>
              <a:buAutoNum type="arabicPeriod"/>
            </a:pPr>
            <a:r>
              <a:rPr lang="en-US" b="1" i="0" dirty="0">
                <a:solidFill>
                  <a:srgbClr val="242424"/>
                </a:solidFill>
                <a:effectLst/>
                <a:latin typeface="source-serif-pro"/>
              </a:rPr>
              <a:t>Lack of Explicit Rules or Parameters: </a:t>
            </a:r>
            <a:r>
              <a:rPr lang="en-US" i="0" dirty="0">
                <a:solidFill>
                  <a:srgbClr val="242424"/>
                </a:solidFill>
                <a:effectLst/>
                <a:latin typeface="source-serif-pro"/>
              </a:rPr>
              <a:t>KNN does not learn explicit rules or parameters from the training data like other models such as decision trees or linear regression. Instead, it stores the training instances in memory and makes predictions based on the similarity to neighboring instances. This lack of explicit rules or parameters makes it difficult to understand the inner workings of the model.</a:t>
            </a:r>
          </a:p>
          <a:p>
            <a:pPr algn="l">
              <a:buFont typeface="+mj-lt"/>
              <a:buAutoNum type="arabicPeriod"/>
            </a:pPr>
            <a:r>
              <a:rPr lang="en-US" b="1" i="0" dirty="0">
                <a:solidFill>
                  <a:srgbClr val="242424"/>
                </a:solidFill>
                <a:effectLst/>
                <a:latin typeface="source-serif-pro"/>
              </a:rPr>
              <a:t>No Feature Importance or Coefficients</a:t>
            </a:r>
            <a:r>
              <a:rPr lang="en-US" i="0" dirty="0">
                <a:solidFill>
                  <a:srgbClr val="242424"/>
                </a:solidFill>
                <a:effectLst/>
                <a:latin typeface="source-serif-pro"/>
              </a:rPr>
              <a:t>: KNN does not provide feature importance or coefficients that indicate the influence of each feature on the prediction. Since KNN considers all features equally in the distance calculation, it does not offer insights into which features contribute more or less to the final decision.</a:t>
            </a:r>
          </a:p>
          <a:p>
            <a:pPr algn="l">
              <a:buFont typeface="+mj-lt"/>
              <a:buAutoNum type="arabicPeriod"/>
            </a:pPr>
            <a:r>
              <a:rPr lang="en-US" b="1" i="0" dirty="0">
                <a:solidFill>
                  <a:srgbClr val="242424"/>
                </a:solidFill>
                <a:effectLst/>
                <a:latin typeface="source-serif-pro"/>
              </a:rPr>
              <a:t>Lack of Model Summary or Explanation: </a:t>
            </a:r>
            <a:r>
              <a:rPr lang="en-US" i="0" dirty="0">
                <a:solidFill>
                  <a:srgbClr val="242424"/>
                </a:solidFill>
                <a:effectLst/>
                <a:latin typeface="source-serif-pro"/>
              </a:rPr>
              <a:t>KNN does not provide a concise summary or explanation of the model’s behavior. Unlike models such as decision trees or linear regression, which can be summarized by inspecting the learned rules or coefficients, KNN does not offer a straightforward way to summarize its behavior or reasoning.</a:t>
            </a:r>
          </a:p>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41</a:t>
            </a:fld>
            <a:endParaRPr lang="en-IN"/>
          </a:p>
        </p:txBody>
      </p:sp>
    </p:spTree>
    <p:extLst>
      <p:ext uri="{BB962C8B-B14F-4D97-AF65-F5344CB8AC3E}">
        <p14:creationId xmlns:p14="http://schemas.microsoft.com/office/powerpoint/2010/main" val="777076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a:t>
            </a:r>
            <a:r>
              <a:rPr lang="en-US" dirty="0" err="1"/>
              <a:t>Jupyter</a:t>
            </a:r>
            <a:r>
              <a:rPr lang="en-US"/>
              <a:t> file for this question - </a:t>
            </a:r>
            <a:r>
              <a:rPr lang="en-US" dirty="0">
                <a:hlinkClick r:id="rId3"/>
              </a:rPr>
              <a:t>KNN Classifier - Iris Dataset.ipynb</a:t>
            </a:r>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42</a:t>
            </a:fld>
            <a:endParaRPr lang="en-IN"/>
          </a:p>
        </p:txBody>
      </p:sp>
    </p:spTree>
    <p:extLst>
      <p:ext uri="{BB962C8B-B14F-4D97-AF65-F5344CB8AC3E}">
        <p14:creationId xmlns:p14="http://schemas.microsoft.com/office/powerpoint/2010/main" val="2640982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E1965-083F-6264-6DDF-47DD54B8A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618FE-0665-94E6-26A0-B10E6AA5E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EB4C09-2A36-64FC-172A-B6BB4596593B}"/>
              </a:ext>
            </a:extLst>
          </p:cNvPr>
          <p:cNvSpPr>
            <a:spLocks noGrp="1"/>
          </p:cNvSpPr>
          <p:nvPr>
            <p:ph type="body" idx="1"/>
          </p:nvPr>
        </p:nvSpPr>
        <p:spPr/>
        <p:txBody>
          <a:bodyPr/>
          <a:lstStyle/>
          <a:p>
            <a:r>
              <a:rPr lang="en-US" dirty="0"/>
              <a:t>Note:- Use </a:t>
            </a:r>
            <a:r>
              <a:rPr lang="en-US" dirty="0" err="1"/>
              <a:t>Jupyter</a:t>
            </a:r>
            <a:r>
              <a:rPr lang="en-US"/>
              <a:t> file for this question - </a:t>
            </a:r>
            <a:r>
              <a:rPr lang="en-US" dirty="0">
                <a:hlinkClick r:id="rId3"/>
              </a:rPr>
              <a:t>KNN Classifier - Iris Dataset.ipynb</a:t>
            </a:r>
            <a:endParaRPr lang="en-US" dirty="0"/>
          </a:p>
        </p:txBody>
      </p:sp>
      <p:sp>
        <p:nvSpPr>
          <p:cNvPr id="4" name="Slide Number Placeholder 3">
            <a:extLst>
              <a:ext uri="{FF2B5EF4-FFF2-40B4-BE49-F238E27FC236}">
                <a16:creationId xmlns:a16="http://schemas.microsoft.com/office/drawing/2014/main" id="{CC26E9DA-1265-31D4-1989-423E51C796B4}"/>
              </a:ext>
            </a:extLst>
          </p:cNvPr>
          <p:cNvSpPr>
            <a:spLocks noGrp="1"/>
          </p:cNvSpPr>
          <p:nvPr>
            <p:ph type="sldNum" sz="quarter" idx="5"/>
          </p:nvPr>
        </p:nvSpPr>
        <p:spPr/>
        <p:txBody>
          <a:bodyPr/>
          <a:lstStyle/>
          <a:p>
            <a:fld id="{47FFB008-8E38-46F5-BCB9-8CFEF233CF3A}" type="slidenum">
              <a:rPr lang="en-IN" smtClean="0"/>
              <a:t>43</a:t>
            </a:fld>
            <a:endParaRPr lang="en-IN"/>
          </a:p>
        </p:txBody>
      </p:sp>
    </p:spTree>
    <p:extLst>
      <p:ext uri="{BB962C8B-B14F-4D97-AF65-F5344CB8AC3E}">
        <p14:creationId xmlns:p14="http://schemas.microsoft.com/office/powerpoint/2010/main" val="588909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44</a:t>
            </a:fld>
            <a:endParaRPr lang="en-IN"/>
          </a:p>
        </p:txBody>
      </p:sp>
    </p:spTree>
    <p:extLst>
      <p:ext uri="{BB962C8B-B14F-4D97-AF65-F5344CB8AC3E}">
        <p14:creationId xmlns:p14="http://schemas.microsoft.com/office/powerpoint/2010/main" val="1331418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45</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27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9934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19789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3125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95593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28349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36815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5053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12/14/2024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hands-on.cloud/introduction-to-supervised-machine-learning/"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216411" y="1350560"/>
            <a:ext cx="9042002" cy="4112664"/>
          </a:xfrm>
          <a:prstGeom prst="rect">
            <a:avLst/>
          </a:prstGeom>
          <a:noFill/>
        </p:spPr>
        <p:txBody>
          <a:bodyPr wrap="square" lIns="91440" tIns="45720" rIns="91440" bIns="45720" anchor="t">
            <a:spAutoFit/>
          </a:bodyPr>
          <a:lstStyle/>
          <a:p>
            <a:pPr marL="285750" indent="-285750">
              <a:lnSpc>
                <a:spcPct val="150000"/>
              </a:lnSpc>
              <a:buFont typeface="Arial"/>
              <a:buChar char="•"/>
            </a:pPr>
            <a:r>
              <a:rPr lang="en-US" sz="2200" dirty="0">
                <a:solidFill>
                  <a:srgbClr val="374151"/>
                </a:solidFill>
                <a:latin typeface="Nunito"/>
                <a:ea typeface="+mn-lt"/>
                <a:cs typeface="+mn-lt"/>
              </a:rPr>
              <a:t>Introduction to SVM (Support Vector Machine)</a:t>
            </a:r>
            <a:endParaRPr lang="en-US" sz="2200" dirty="0">
              <a:latin typeface="Nunito"/>
            </a:endParaRPr>
          </a:p>
          <a:p>
            <a:pPr marL="285750" indent="-285750">
              <a:lnSpc>
                <a:spcPct val="150000"/>
              </a:lnSpc>
              <a:buFont typeface="Arial"/>
              <a:buChar char="•"/>
            </a:pPr>
            <a:r>
              <a:rPr lang="en-US" sz="2200" dirty="0">
                <a:solidFill>
                  <a:srgbClr val="374151"/>
                </a:solidFill>
                <a:latin typeface="Nunito"/>
                <a:ea typeface="+mn-lt"/>
                <a:cs typeface="+mn-lt"/>
              </a:rPr>
              <a:t>The Concept of Margin and Support Vectors</a:t>
            </a:r>
          </a:p>
          <a:p>
            <a:pPr marL="285750" indent="-285750">
              <a:lnSpc>
                <a:spcPct val="150000"/>
              </a:lnSpc>
              <a:buFont typeface="Arial"/>
              <a:buChar char="•"/>
            </a:pPr>
            <a:r>
              <a:rPr lang="en-US" sz="2200" dirty="0">
                <a:solidFill>
                  <a:srgbClr val="374151"/>
                </a:solidFill>
                <a:latin typeface="Nunito"/>
                <a:ea typeface="+mn-lt"/>
                <a:cs typeface="+mn-lt"/>
              </a:rPr>
              <a:t>Kernel Trick for Non-Linear Data</a:t>
            </a:r>
          </a:p>
          <a:p>
            <a:pPr marL="285750" indent="-285750">
              <a:lnSpc>
                <a:spcPct val="150000"/>
              </a:lnSpc>
              <a:buFont typeface="Arial"/>
              <a:buChar char="•"/>
            </a:pPr>
            <a:r>
              <a:rPr lang="en-US" sz="2200" dirty="0">
                <a:solidFill>
                  <a:srgbClr val="374151"/>
                </a:solidFill>
                <a:latin typeface="Nunito"/>
                <a:ea typeface="+mn-lt"/>
                <a:cs typeface="+mn-lt"/>
              </a:rPr>
              <a:t>Introduction to K-Nearest Neighbors (KNN)</a:t>
            </a:r>
          </a:p>
          <a:p>
            <a:pPr marL="285750" indent="-285750">
              <a:lnSpc>
                <a:spcPct val="150000"/>
              </a:lnSpc>
              <a:buFont typeface="Arial"/>
              <a:buChar char="•"/>
            </a:pPr>
            <a:r>
              <a:rPr lang="en-US" sz="2200" dirty="0">
                <a:solidFill>
                  <a:srgbClr val="374151"/>
                </a:solidFill>
                <a:latin typeface="Nunito"/>
                <a:ea typeface="+mn-lt"/>
                <a:cs typeface="+mn-lt"/>
              </a:rPr>
              <a:t>How KNN Makes Predictions Based on Nearest Neighbors</a:t>
            </a:r>
          </a:p>
          <a:p>
            <a:pPr marL="285750" indent="-285750">
              <a:lnSpc>
                <a:spcPct val="150000"/>
              </a:lnSpc>
              <a:buFont typeface="Arial"/>
              <a:buChar char="•"/>
            </a:pPr>
            <a:r>
              <a:rPr lang="en-US" sz="2200" dirty="0">
                <a:solidFill>
                  <a:srgbClr val="374151"/>
                </a:solidFill>
                <a:latin typeface="Nunito"/>
                <a:ea typeface="+mn-lt"/>
                <a:cs typeface="+mn-lt"/>
              </a:rPr>
              <a:t>Distance Metrics: Euclidean, Manhattan, and Others</a:t>
            </a:r>
          </a:p>
          <a:p>
            <a:pPr marL="285750" indent="-285750">
              <a:lnSpc>
                <a:spcPct val="150000"/>
              </a:lnSpc>
              <a:buFont typeface="Arial"/>
              <a:buChar char="•"/>
            </a:pPr>
            <a:r>
              <a:rPr lang="en-US" sz="2200" dirty="0">
                <a:solidFill>
                  <a:srgbClr val="374151"/>
                </a:solidFill>
                <a:latin typeface="Nunito"/>
                <a:ea typeface="+mn-lt"/>
                <a:cs typeface="+mn-lt"/>
              </a:rPr>
              <a:t>Choosing the Value of K</a:t>
            </a:r>
          </a:p>
          <a:p>
            <a:pPr marL="285750" indent="-285750">
              <a:lnSpc>
                <a:spcPct val="150000"/>
              </a:lnSpc>
              <a:buFont typeface="Arial"/>
              <a:buChar char="•"/>
            </a:pPr>
            <a:r>
              <a:rPr lang="en-US" sz="2200" dirty="0">
                <a:solidFill>
                  <a:srgbClr val="374151"/>
                </a:solidFill>
                <a:latin typeface="Nunito"/>
                <a:ea typeface="+mn-lt"/>
                <a:cs typeface="+mn-lt"/>
              </a:rPr>
              <a:t>Hands-On Practical Example: Classification and Regression</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Day 8: Agenda</a:t>
            </a:r>
          </a:p>
        </p:txBody>
      </p:sp>
    </p:spTree>
    <p:extLst>
      <p:ext uri="{BB962C8B-B14F-4D97-AF65-F5344CB8AC3E}">
        <p14:creationId xmlns:p14="http://schemas.microsoft.com/office/powerpoint/2010/main" val="4076578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5200" b="1" kern="1200" spc="-30">
                <a:solidFill>
                  <a:schemeClr val="tx1"/>
                </a:solidFill>
                <a:latin typeface="+mj-lt"/>
                <a:ea typeface="+mj-ea"/>
                <a:cs typeface="+mj-cs"/>
              </a:rPr>
              <a:t>SVM and KNN</a:t>
            </a:r>
            <a:endParaRPr lang="en-US" sz="5200" b="1" kern="1200" spc="-30" dirty="0">
              <a:solidFill>
                <a:schemeClr val="tx1"/>
              </a:solidFill>
              <a:latin typeface="+mj-lt"/>
              <a:ea typeface="+mj-ea"/>
              <a:cs typeface="+mj-cs"/>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9D83B7D1-F11A-ECAB-C9BD-A6A438A7A6B1}"/>
              </a:ext>
            </a:extLst>
          </p:cNvPr>
          <p:cNvSpPr txBox="1"/>
          <p:nvPr/>
        </p:nvSpPr>
        <p:spPr>
          <a:xfrm>
            <a:off x="707571" y="1474657"/>
            <a:ext cx="10929257" cy="3139321"/>
          </a:xfrm>
          <a:prstGeom prst="rect">
            <a:avLst/>
          </a:prstGeom>
          <a:noFill/>
        </p:spPr>
        <p:txBody>
          <a:bodyPr wrap="square">
            <a:spAutoFit/>
          </a:bodyPr>
          <a:lstStyle/>
          <a:p>
            <a:r>
              <a:rPr lang="en-US" dirty="0"/>
              <a:t>Both </a:t>
            </a:r>
            <a:r>
              <a:rPr lang="en-US" b="1" dirty="0"/>
              <a:t>Support Vector Machines (SVM)</a:t>
            </a:r>
            <a:r>
              <a:rPr lang="en-US" dirty="0"/>
              <a:t> and </a:t>
            </a:r>
            <a:r>
              <a:rPr lang="en-US" b="1" dirty="0"/>
              <a:t>K-Nearest Neighbors (KNN)</a:t>
            </a:r>
            <a:r>
              <a:rPr lang="en-US" dirty="0"/>
              <a:t> are </a:t>
            </a:r>
            <a:r>
              <a:rPr lang="en-US" b="1" dirty="0"/>
              <a:t>supervised learning</a:t>
            </a:r>
            <a:r>
              <a:rPr lang="en-US" dirty="0"/>
              <a:t> algorithms.</a:t>
            </a:r>
          </a:p>
          <a:p>
            <a:pPr>
              <a:buFont typeface="+mj-lt"/>
              <a:buAutoNum type="arabicPeriod"/>
            </a:pPr>
            <a:r>
              <a:rPr lang="en-US" b="1" dirty="0"/>
              <a:t>SVM (Support Vector Machine)</a:t>
            </a:r>
            <a:r>
              <a:rPr lang="en-US" dirty="0"/>
              <a:t>:</a:t>
            </a:r>
            <a:br>
              <a:rPr lang="en-US" dirty="0"/>
            </a:br>
            <a:r>
              <a:rPr lang="en-US" dirty="0"/>
              <a:t>SVM is a supervised learning algorithm that can be used for both classification and regression tasks. It works by finding the hyperplane that best separates data into different classes, based on labeled training data.</a:t>
            </a:r>
          </a:p>
          <a:p>
            <a:pPr>
              <a:buFont typeface="+mj-lt"/>
              <a:buAutoNum type="arabicPeriod"/>
            </a:pPr>
            <a:r>
              <a:rPr lang="en-US" b="1" dirty="0"/>
              <a:t>KNN (K-Nearest Neighbors)</a:t>
            </a:r>
            <a:r>
              <a:rPr lang="en-US" dirty="0"/>
              <a:t>:</a:t>
            </a:r>
            <a:br>
              <a:rPr lang="en-US" dirty="0"/>
            </a:br>
            <a:r>
              <a:rPr lang="en-US" dirty="0"/>
              <a:t>KNN is also a supervised learning algorithm. It classifies new data points based on the majority class of their nearest neighbors in the labeled training set. The algorithm requires labeled data during training to make predictions.</a:t>
            </a:r>
          </a:p>
          <a:p>
            <a:r>
              <a:rPr lang="en-US" dirty="0"/>
              <a:t>In summary, both SVM and KNN fall under </a:t>
            </a:r>
            <a:r>
              <a:rPr lang="en-US" b="1" dirty="0"/>
              <a:t>supervised learning</a:t>
            </a:r>
            <a:r>
              <a:rPr lang="en-US" dirty="0"/>
              <a:t> because they require labeled data for training and prediction.</a:t>
            </a:r>
          </a:p>
          <a:p>
            <a:r>
              <a:rPr lang="en-US" dirty="0"/>
              <a:t>For further details on the definitions of supervised learning and the distinctions between various algorithms, you can refer to reputable sources like:</a:t>
            </a:r>
          </a:p>
        </p:txBody>
      </p:sp>
    </p:spTree>
    <p:extLst>
      <p:ext uri="{BB962C8B-B14F-4D97-AF65-F5344CB8AC3E}">
        <p14:creationId xmlns:p14="http://schemas.microsoft.com/office/powerpoint/2010/main" val="1547438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5200" b="1" kern="1200" spc="-30" dirty="0">
                <a:solidFill>
                  <a:schemeClr val="tx1"/>
                </a:solidFill>
                <a:latin typeface="+mj-lt"/>
                <a:ea typeface="+mj-ea"/>
                <a:cs typeface="+mj-cs"/>
              </a:rPr>
              <a:t>KNN vs </a:t>
            </a:r>
            <a:r>
              <a:rPr lang="en-US" sz="5200" b="1" kern="1200" spc="-30" dirty="0" err="1">
                <a:solidFill>
                  <a:schemeClr val="tx1"/>
                </a:solidFill>
                <a:latin typeface="+mj-lt"/>
                <a:ea typeface="+mj-ea"/>
                <a:cs typeface="+mj-cs"/>
              </a:rPr>
              <a:t>Kmeans</a:t>
            </a:r>
            <a:endParaRPr lang="en-US" sz="5200" b="1" kern="1200" spc="-30" dirty="0">
              <a:solidFill>
                <a:schemeClr val="tx1"/>
              </a:solidFill>
              <a:latin typeface="+mj-lt"/>
              <a:ea typeface="+mj-ea"/>
              <a:cs typeface="+mj-cs"/>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9D83B7D1-F11A-ECAB-C9BD-A6A438A7A6B1}"/>
              </a:ext>
            </a:extLst>
          </p:cNvPr>
          <p:cNvSpPr txBox="1"/>
          <p:nvPr/>
        </p:nvSpPr>
        <p:spPr>
          <a:xfrm>
            <a:off x="707571" y="1474657"/>
            <a:ext cx="10929257" cy="3970318"/>
          </a:xfrm>
          <a:prstGeom prst="rect">
            <a:avLst/>
          </a:prstGeom>
          <a:noFill/>
        </p:spPr>
        <p:txBody>
          <a:bodyPr wrap="square">
            <a:spAutoFit/>
          </a:bodyPr>
          <a:lstStyle/>
          <a:p>
            <a:r>
              <a:rPr lang="en-US" b="1" dirty="0"/>
              <a:t>K-Means Example (Clustering): </a:t>
            </a:r>
          </a:p>
          <a:p>
            <a:r>
              <a:rPr lang="en-US" dirty="0"/>
              <a:t>Imagine you have a set of points representing customer income and age. You want to group these customers into 3 segments.</a:t>
            </a:r>
          </a:p>
          <a:p>
            <a:r>
              <a:rPr lang="en-US" b="1" dirty="0"/>
              <a:t>K-Means will:</a:t>
            </a:r>
          </a:p>
          <a:p>
            <a:pPr marL="742950" lvl="1" indent="-285750">
              <a:buFont typeface="Arial" panose="020B0604020202020204" pitchFamily="34" charset="0"/>
              <a:buChar char="•"/>
            </a:pPr>
            <a:r>
              <a:rPr lang="en-US" dirty="0"/>
              <a:t>Choose 3 random centroids (groups).</a:t>
            </a:r>
          </a:p>
          <a:p>
            <a:pPr marL="742950" lvl="1" indent="-285750">
              <a:buFont typeface="Arial" panose="020B0604020202020204" pitchFamily="34" charset="0"/>
              <a:buChar char="•"/>
            </a:pPr>
            <a:r>
              <a:rPr lang="en-US" dirty="0"/>
              <a:t>Assign customers to the nearest centroid based on their income and age.</a:t>
            </a:r>
          </a:p>
          <a:p>
            <a:pPr marL="742950" lvl="1" indent="-285750">
              <a:buFont typeface="Arial" panose="020B0604020202020204" pitchFamily="34" charset="0"/>
              <a:buChar char="•"/>
            </a:pPr>
            <a:r>
              <a:rPr lang="en-US" dirty="0"/>
              <a:t>Recalculate centroids based on the assigned customers and repeat until the clusters are stable.</a:t>
            </a:r>
          </a:p>
          <a:p>
            <a:r>
              <a:rPr lang="en-US" b="1" dirty="0"/>
              <a:t>KNN Example (Classification): </a:t>
            </a:r>
          </a:p>
          <a:p>
            <a:r>
              <a:rPr lang="en-US" dirty="0"/>
              <a:t>Imagine you have a dataset of flowers with labels (rose, daisy) and features (petal length, petal width).</a:t>
            </a:r>
          </a:p>
          <a:p>
            <a:r>
              <a:rPr lang="en-US" b="1" dirty="0"/>
              <a:t>When a new flower is introduced:</a:t>
            </a:r>
          </a:p>
          <a:p>
            <a:pPr marL="742950" lvl="1" indent="-285750">
              <a:buFont typeface="Arial" panose="020B0604020202020204" pitchFamily="34" charset="0"/>
              <a:buChar char="•"/>
            </a:pPr>
            <a:r>
              <a:rPr lang="en-US" dirty="0"/>
              <a:t>KNN finds the nearest labeled flowers (e.g., the 3 closest flowers).</a:t>
            </a:r>
          </a:p>
          <a:p>
            <a:pPr marL="742950" lvl="1" indent="-285750">
              <a:buFont typeface="Arial" panose="020B0604020202020204" pitchFamily="34" charset="0"/>
              <a:buChar char="•"/>
            </a:pPr>
            <a:r>
              <a:rPr lang="en-US" dirty="0"/>
              <a:t>It checks how many of the nearest neighbors are roses and how many are daisies.</a:t>
            </a:r>
          </a:p>
          <a:p>
            <a:pPr marL="742950" lvl="1" indent="-285750">
              <a:buFont typeface="Arial" panose="020B0604020202020204" pitchFamily="34" charset="0"/>
              <a:buChar char="•"/>
            </a:pPr>
            <a:r>
              <a:rPr lang="en-US" dirty="0"/>
              <a:t>The flower is classified as the majority class (e.g., if 2 out of 3 nearest neighbors are roses, the new flower is classified as a rose).</a:t>
            </a:r>
          </a:p>
        </p:txBody>
      </p:sp>
    </p:spTree>
    <p:extLst>
      <p:ext uri="{BB962C8B-B14F-4D97-AF65-F5344CB8AC3E}">
        <p14:creationId xmlns:p14="http://schemas.microsoft.com/office/powerpoint/2010/main" val="144881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699713" y="248038"/>
            <a:ext cx="7063721"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4000" b="1" kern="1200" spc="-30" dirty="0">
                <a:solidFill>
                  <a:srgbClr val="FFFFFF"/>
                </a:solidFill>
                <a:latin typeface="+mj-lt"/>
                <a:ea typeface="+mj-ea"/>
                <a:cs typeface="+mj-cs"/>
              </a:rPr>
              <a:t>KNN vs </a:t>
            </a:r>
            <a:r>
              <a:rPr lang="en-US" sz="4000" b="1" kern="1200" spc="-30" dirty="0" err="1">
                <a:solidFill>
                  <a:srgbClr val="FFFFFF"/>
                </a:solidFill>
                <a:latin typeface="+mj-lt"/>
                <a:ea typeface="+mj-ea"/>
                <a:cs typeface="+mj-cs"/>
              </a:rPr>
              <a:t>Kmeans</a:t>
            </a:r>
            <a:endParaRPr lang="en-US" sz="4000" b="1" kern="1200" spc="-30" dirty="0">
              <a:solidFill>
                <a:srgbClr val="FFFFFF"/>
              </a:solidFill>
              <a:latin typeface="+mj-lt"/>
              <a:ea typeface="+mj-ea"/>
              <a:cs typeface="+mj-cs"/>
            </a:endParaRPr>
          </a:p>
        </p:txBody>
      </p:sp>
      <p:pic>
        <p:nvPicPr>
          <p:cNvPr id="14" name="Picture 13">
            <a:extLst>
              <a:ext uri="{FF2B5EF4-FFF2-40B4-BE49-F238E27FC236}">
                <a16:creationId xmlns:a16="http://schemas.microsoft.com/office/drawing/2014/main" id="{E3CA6FF0-5DF4-C4D8-C7D3-F61CD1449F5D}"/>
              </a:ext>
            </a:extLst>
          </p:cNvPr>
          <p:cNvPicPr>
            <a:picLocks noChangeAspect="1"/>
          </p:cNvPicPr>
          <p:nvPr/>
        </p:nvPicPr>
        <p:blipFill>
          <a:blip r:embed="rId2"/>
          <a:stretch>
            <a:fillRect/>
          </a:stretch>
        </p:blipFill>
        <p:spPr>
          <a:xfrm>
            <a:off x="432225" y="2068458"/>
            <a:ext cx="11327549" cy="424783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3550478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5200" b="1" kern="1200" spc="-30">
                <a:solidFill>
                  <a:schemeClr val="tx1"/>
                </a:solidFill>
                <a:latin typeface="+mj-lt"/>
                <a:ea typeface="+mj-ea"/>
                <a:cs typeface="+mj-cs"/>
              </a:rPr>
              <a:t>Support Vector Machine (SVM)</a:t>
            </a:r>
          </a:p>
        </p:txBody>
      </p:sp>
      <p:pic>
        <p:nvPicPr>
          <p:cNvPr id="8194" name="Picture 2" descr="overview of supervised machine learning algorithms-supervised algorithms">
            <a:extLst>
              <a:ext uri="{FF2B5EF4-FFF2-40B4-BE49-F238E27FC236}">
                <a16:creationId xmlns:a16="http://schemas.microsoft.com/office/drawing/2014/main" id="{91D633D9-6350-D56C-7DC2-F6B39FCD9C7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38649" y="1845426"/>
            <a:ext cx="7911649" cy="445030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923793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026286" y="338510"/>
            <a:ext cx="814169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Support Vector Machine (SVM)</a:t>
            </a:r>
            <a:endParaRPr lang="en-IN"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12" name="TextBox 11">
            <a:extLst>
              <a:ext uri="{FF2B5EF4-FFF2-40B4-BE49-F238E27FC236}">
                <a16:creationId xmlns:a16="http://schemas.microsoft.com/office/drawing/2014/main" id="{960D427E-183C-3754-BD3C-D1C09ACBAC78}"/>
              </a:ext>
            </a:extLst>
          </p:cNvPr>
          <p:cNvSpPr txBox="1"/>
          <p:nvPr/>
        </p:nvSpPr>
        <p:spPr>
          <a:xfrm>
            <a:off x="1197428" y="1189949"/>
            <a:ext cx="6096000" cy="830997"/>
          </a:xfrm>
          <a:prstGeom prst="rect">
            <a:avLst/>
          </a:prstGeom>
          <a:noFill/>
        </p:spPr>
        <p:txBody>
          <a:bodyPr wrap="square">
            <a:spAutoFit/>
          </a:bodyPr>
          <a:lstStyle/>
          <a:p>
            <a:pPr marL="285750" indent="-285750" algn="l">
              <a:buFont typeface="Arial" panose="020B0604020202020204" pitchFamily="34" charset="0"/>
              <a:buChar char="•"/>
            </a:pPr>
            <a:r>
              <a:rPr lang="en-US" sz="2400" b="0" i="0" u="none" strike="noStrike" baseline="0">
                <a:latin typeface="HelveticaNeue-Light"/>
              </a:rPr>
              <a:t>A Classification Problem</a:t>
            </a:r>
          </a:p>
          <a:p>
            <a:pPr marL="742950" lvl="1" indent="-285750">
              <a:buFont typeface="Arial" panose="020B0604020202020204" pitchFamily="34" charset="0"/>
              <a:buChar char="•"/>
            </a:pPr>
            <a:r>
              <a:rPr lang="en-US" sz="2400" b="0" i="0" u="none" strike="noStrike" baseline="0">
                <a:latin typeface="HelveticaNeue-Light"/>
              </a:rPr>
              <a:t> Linearly separable</a:t>
            </a:r>
            <a:endParaRPr lang="en-US" sz="2400" dirty="0"/>
          </a:p>
        </p:txBody>
      </p:sp>
      <p:pic>
        <p:nvPicPr>
          <p:cNvPr id="14" name="Picture 13">
            <a:extLst>
              <a:ext uri="{FF2B5EF4-FFF2-40B4-BE49-F238E27FC236}">
                <a16:creationId xmlns:a16="http://schemas.microsoft.com/office/drawing/2014/main" id="{7F385B03-82D5-72F3-1915-9ACD98E0D9CE}"/>
              </a:ext>
            </a:extLst>
          </p:cNvPr>
          <p:cNvPicPr>
            <a:picLocks noChangeAspect="1"/>
          </p:cNvPicPr>
          <p:nvPr/>
        </p:nvPicPr>
        <p:blipFill>
          <a:blip r:embed="rId3"/>
          <a:stretch>
            <a:fillRect/>
          </a:stretch>
        </p:blipFill>
        <p:spPr>
          <a:xfrm>
            <a:off x="931984" y="2391604"/>
            <a:ext cx="4057859" cy="3054507"/>
          </a:xfrm>
          <a:prstGeom prst="rect">
            <a:avLst/>
          </a:prstGeom>
        </p:spPr>
      </p:pic>
      <p:sp>
        <p:nvSpPr>
          <p:cNvPr id="17" name="TextBox 16">
            <a:extLst>
              <a:ext uri="{FF2B5EF4-FFF2-40B4-BE49-F238E27FC236}">
                <a16:creationId xmlns:a16="http://schemas.microsoft.com/office/drawing/2014/main" id="{059FCC64-6BCD-3C5C-4CA0-16424222B6B2}"/>
              </a:ext>
            </a:extLst>
          </p:cNvPr>
          <p:cNvSpPr txBox="1"/>
          <p:nvPr/>
        </p:nvSpPr>
        <p:spPr>
          <a:xfrm>
            <a:off x="5083629" y="2020945"/>
            <a:ext cx="6531428" cy="2308324"/>
          </a:xfrm>
          <a:prstGeom prst="rect">
            <a:avLst/>
          </a:prstGeom>
          <a:noFill/>
        </p:spPr>
        <p:txBody>
          <a:bodyPr wrap="square">
            <a:spAutoFit/>
          </a:bodyPr>
          <a:lstStyle/>
          <a:p>
            <a:pPr marL="285750" indent="-285750">
              <a:buFont typeface="Arial" panose="020B0604020202020204" pitchFamily="34" charset="0"/>
              <a:buChar char="•"/>
            </a:pPr>
            <a:r>
              <a:rPr lang="en-US" dirty="0"/>
              <a:t>SVM is a supervised machine learning algorithm used for classification and regression tasks.</a:t>
            </a:r>
          </a:p>
          <a:p>
            <a:pPr marL="285750" indent="-285750">
              <a:buFont typeface="Arial" panose="020B0604020202020204" pitchFamily="34" charset="0"/>
              <a:buChar char="•"/>
            </a:pPr>
            <a:r>
              <a:rPr lang="en-US" dirty="0"/>
              <a:t>The goal is to find the best hyperplane that separates classes with the maximum margin.</a:t>
            </a:r>
          </a:p>
          <a:p>
            <a:pPr marL="285750" indent="-285750">
              <a:buFont typeface="Arial" panose="020B0604020202020204" pitchFamily="34" charset="0"/>
              <a:buChar char="•"/>
            </a:pPr>
            <a:r>
              <a:rPr lang="en-US" dirty="0"/>
              <a:t>It uses support vectors (critical data points) to define the decision boundary.</a:t>
            </a:r>
          </a:p>
          <a:p>
            <a:pPr marL="285750" indent="-285750">
              <a:buFont typeface="Arial" panose="020B0604020202020204" pitchFamily="34" charset="0"/>
              <a:buChar char="•"/>
            </a:pPr>
            <a:r>
              <a:rPr lang="en-US" dirty="0"/>
              <a:t>Works well for both linearly and non-linearly separable data with the help of kernels.</a:t>
            </a:r>
          </a:p>
        </p:txBody>
      </p:sp>
    </p:spTree>
    <p:extLst>
      <p:ext uri="{BB962C8B-B14F-4D97-AF65-F5344CB8AC3E}">
        <p14:creationId xmlns:p14="http://schemas.microsoft.com/office/powerpoint/2010/main" val="308001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026286" y="338510"/>
            <a:ext cx="814169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Support Vector Machine (SVM)</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2" name="TextBox 1">
            <a:extLst>
              <a:ext uri="{FF2B5EF4-FFF2-40B4-BE49-F238E27FC236}">
                <a16:creationId xmlns:a16="http://schemas.microsoft.com/office/drawing/2014/main" id="{71BC4160-0EFF-A161-FCC7-633841FECD26}"/>
              </a:ext>
            </a:extLst>
          </p:cNvPr>
          <p:cNvSpPr txBox="1"/>
          <p:nvPr/>
        </p:nvSpPr>
        <p:spPr>
          <a:xfrm>
            <a:off x="524604" y="1213944"/>
            <a:ext cx="10992677"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200" dirty="0">
                <a:latin typeface="Nunito"/>
              </a:rPr>
              <a:t>SVM is a machine learning algorithm used for classification and regression.</a:t>
            </a:r>
            <a:endParaRPr lang="en-US" sz="2200">
              <a:ea typeface="Calibri" panose="020F0502020204030204"/>
              <a:cs typeface="Calibri" panose="020F0502020204030204"/>
            </a:endParaRPr>
          </a:p>
          <a:p>
            <a:pPr marL="285750" indent="-285750">
              <a:buFont typeface="Arial" panose="020B0604020202020204" pitchFamily="34" charset="0"/>
              <a:buChar char="•"/>
            </a:pPr>
            <a:r>
              <a:rPr lang="en-US" sz="2200" dirty="0">
                <a:latin typeface="Nunito"/>
              </a:rPr>
              <a:t>It aims to find an optimal hyperplane to separate data into distinct classes or make regression predictions.</a:t>
            </a:r>
          </a:p>
          <a:p>
            <a:pPr marL="285750" indent="-285750">
              <a:buFont typeface="Arial" panose="020B0604020202020204" pitchFamily="34" charset="0"/>
              <a:buChar char="•"/>
            </a:pPr>
            <a:r>
              <a:rPr lang="en-US" sz="2200" dirty="0">
                <a:latin typeface="Nunito"/>
              </a:rPr>
              <a:t>It's effective in high-dimensional spaces, handles non-linearity through kernel functions, and is less prone to overfitting.</a:t>
            </a:r>
          </a:p>
          <a:p>
            <a:pPr marL="285750" indent="-285750">
              <a:buFont typeface="Arial" panose="020B0604020202020204" pitchFamily="34" charset="0"/>
              <a:buChar char="•"/>
            </a:pPr>
            <a:endParaRPr lang="en-US" sz="2200" dirty="0">
              <a:latin typeface="Nunito"/>
            </a:endParaRPr>
          </a:p>
          <a:p>
            <a:r>
              <a:rPr lang="en-US" sz="2200" b="1" dirty="0">
                <a:latin typeface="Nunito"/>
              </a:rPr>
              <a:t>Classification:</a:t>
            </a:r>
            <a:endParaRPr lang="en-US" sz="2200" dirty="0">
              <a:ea typeface="Calibri" panose="020F0502020204030204"/>
              <a:cs typeface="Calibri" panose="020F0502020204030204"/>
            </a:endParaRPr>
          </a:p>
          <a:p>
            <a:pPr marL="285750" indent="-285750">
              <a:buFont typeface="Arial" panose="020B0604020202020204" pitchFamily="34" charset="0"/>
              <a:buChar char="•"/>
            </a:pPr>
            <a:r>
              <a:rPr lang="en-US" sz="2200" dirty="0">
                <a:latin typeface="Nunito"/>
              </a:rPr>
              <a:t>SVM separates data effectively, even in high dimensions.</a:t>
            </a:r>
          </a:p>
          <a:p>
            <a:pPr marL="285750" indent="-285750">
              <a:buFont typeface="Arial" panose="020B0604020202020204" pitchFamily="34" charset="0"/>
              <a:buChar char="•"/>
            </a:pPr>
            <a:r>
              <a:rPr lang="en-US" sz="2200" dirty="0">
                <a:latin typeface="Nunito"/>
              </a:rPr>
              <a:t>It's robust against overfitting.</a:t>
            </a:r>
          </a:p>
          <a:p>
            <a:pPr marL="285750" indent="-285750">
              <a:buFont typeface="Arial" panose="020B0604020202020204" pitchFamily="34" charset="0"/>
              <a:buChar char="•"/>
            </a:pPr>
            <a:r>
              <a:rPr lang="en-US" sz="2200" dirty="0">
                <a:latin typeface="Nunito"/>
              </a:rPr>
              <a:t>The kernel trick allows it to handle non-linear data.</a:t>
            </a:r>
          </a:p>
          <a:p>
            <a:endParaRPr lang="en-US" sz="2200" b="1" dirty="0">
              <a:latin typeface="Nunito"/>
            </a:endParaRPr>
          </a:p>
          <a:p>
            <a:r>
              <a:rPr lang="en-US" sz="2200" b="1" dirty="0">
                <a:latin typeface="Nunito"/>
              </a:rPr>
              <a:t>Regression:</a:t>
            </a:r>
            <a:endParaRPr lang="en-US" sz="2200" dirty="0"/>
          </a:p>
          <a:p>
            <a:pPr marL="285750" indent="-285750">
              <a:buFont typeface="Arial" panose="020B0604020202020204" pitchFamily="34" charset="0"/>
              <a:buChar char="•"/>
            </a:pPr>
            <a:r>
              <a:rPr lang="en-US" sz="2200" dirty="0">
                <a:latin typeface="Nunito"/>
              </a:rPr>
              <a:t>SVM can be used for regression by minimizing ε-insensitive loss.</a:t>
            </a:r>
          </a:p>
          <a:p>
            <a:pPr marL="285750" indent="-285750">
              <a:buFont typeface="Arial" panose="020B0604020202020204" pitchFamily="34" charset="0"/>
              <a:buChar char="•"/>
            </a:pPr>
            <a:r>
              <a:rPr lang="en-US" sz="2200" dirty="0">
                <a:latin typeface="Nunito"/>
              </a:rPr>
              <a:t>It's robust and can capture non-linear relationships using kernel functions.</a:t>
            </a:r>
          </a:p>
          <a:p>
            <a:pPr marL="285750" indent="-285750">
              <a:buFont typeface="Arial" panose="020B0604020202020204" pitchFamily="34" charset="0"/>
              <a:buChar char="•"/>
            </a:pPr>
            <a:endParaRPr lang="en-US" sz="2200">
              <a:latin typeface="Nunito"/>
            </a:endParaRPr>
          </a:p>
        </p:txBody>
      </p:sp>
    </p:spTree>
    <p:extLst>
      <p:ext uri="{BB962C8B-B14F-4D97-AF65-F5344CB8AC3E}">
        <p14:creationId xmlns:p14="http://schemas.microsoft.com/office/powerpoint/2010/main" val="352270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026286" y="338510"/>
            <a:ext cx="814169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Separating Hyper-planes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12" name="TextBox 11">
            <a:extLst>
              <a:ext uri="{FF2B5EF4-FFF2-40B4-BE49-F238E27FC236}">
                <a16:creationId xmlns:a16="http://schemas.microsoft.com/office/drawing/2014/main" id="{960D427E-183C-3754-BD3C-D1C09ACBAC78}"/>
              </a:ext>
            </a:extLst>
          </p:cNvPr>
          <p:cNvSpPr txBox="1"/>
          <p:nvPr/>
        </p:nvSpPr>
        <p:spPr>
          <a:xfrm>
            <a:off x="1230084" y="977659"/>
            <a:ext cx="10482943" cy="1938992"/>
          </a:xfrm>
          <a:prstGeom prst="rect">
            <a:avLst/>
          </a:prstGeom>
          <a:noFill/>
        </p:spPr>
        <p:txBody>
          <a:bodyPr wrap="square">
            <a:spAutoFit/>
          </a:bodyPr>
          <a:lstStyle/>
          <a:p>
            <a:pPr marL="342900" indent="-342900" algn="l">
              <a:buFont typeface="Arial" panose="020B0604020202020204" pitchFamily="34" charset="0"/>
              <a:buChar char="•"/>
            </a:pPr>
            <a:r>
              <a:rPr lang="en-US" sz="2000" b="0" i="0" u="none" strike="noStrike" baseline="0" dirty="0">
                <a:latin typeface="HelveticaNeue-Light"/>
              </a:rPr>
              <a:t>There are many hyperplanes that might classify the data.</a:t>
            </a:r>
          </a:p>
          <a:p>
            <a:pPr marL="342900" indent="-342900" algn="l">
              <a:buFont typeface="Arial" panose="020B0604020202020204" pitchFamily="34" charset="0"/>
              <a:buChar char="•"/>
            </a:pPr>
            <a:r>
              <a:rPr lang="en-US" sz="2000" b="0" i="0" u="none" strike="noStrike" baseline="0" dirty="0">
                <a:latin typeface="HelveticaNeue-Light"/>
              </a:rPr>
              <a:t>One reasonable choice as the </a:t>
            </a:r>
            <a:r>
              <a:rPr lang="en-US" sz="2000" b="1" i="0" u="none" strike="noStrike" baseline="0" dirty="0">
                <a:latin typeface="HelveticaNeue-Light"/>
              </a:rPr>
              <a:t>best hyperplane </a:t>
            </a:r>
            <a:r>
              <a:rPr lang="en-US" sz="2000" b="0" i="0" u="none" strike="noStrike" baseline="0" dirty="0">
                <a:latin typeface="HelveticaNeue-Light"/>
              </a:rPr>
              <a:t>is the one that represents</a:t>
            </a:r>
          </a:p>
          <a:p>
            <a:pPr algn="l"/>
            <a:r>
              <a:rPr lang="en-US" sz="2000" b="0" i="0" u="none" strike="noStrike" baseline="0" dirty="0">
                <a:latin typeface="HelveticaNeue-Light"/>
              </a:rPr>
              <a:t>the largest separation, or margin, between the two classes. So, we choose</a:t>
            </a:r>
          </a:p>
          <a:p>
            <a:pPr algn="l"/>
            <a:r>
              <a:rPr lang="en-US" sz="2000" b="0" i="0" u="none" strike="noStrike" baseline="0" dirty="0">
                <a:latin typeface="HelveticaNeue-Light"/>
              </a:rPr>
              <a:t>the hyperplane so that the distance from it to the nearest data point on each side is maximized.</a:t>
            </a:r>
          </a:p>
          <a:p>
            <a:pPr marL="342900" indent="-342900" algn="l">
              <a:buFont typeface="Arial" panose="020B0604020202020204" pitchFamily="34" charset="0"/>
              <a:buChar char="•"/>
            </a:pPr>
            <a:r>
              <a:rPr lang="en-US" sz="2000" b="0" i="0" u="none" strike="noStrike" baseline="0" dirty="0">
                <a:latin typeface="HelveticaNeue-Light"/>
              </a:rPr>
              <a:t>If such a hyperplane exists, it is known as the </a:t>
            </a:r>
            <a:r>
              <a:rPr lang="en-US" sz="2000" b="1" i="0" u="none" strike="noStrike" baseline="0" dirty="0">
                <a:latin typeface="HelveticaNeue-Light"/>
              </a:rPr>
              <a:t>maximum-margin hyperplane</a:t>
            </a:r>
            <a:endParaRPr lang="en-US" sz="2000" b="1" dirty="0"/>
          </a:p>
        </p:txBody>
      </p:sp>
      <p:pic>
        <p:nvPicPr>
          <p:cNvPr id="3" name="Picture 2">
            <a:extLst>
              <a:ext uri="{FF2B5EF4-FFF2-40B4-BE49-F238E27FC236}">
                <a16:creationId xmlns:a16="http://schemas.microsoft.com/office/drawing/2014/main" id="{54936E6B-EDCE-AD4F-B07D-B0910B390261}"/>
              </a:ext>
            </a:extLst>
          </p:cNvPr>
          <p:cNvPicPr>
            <a:picLocks noChangeAspect="1"/>
          </p:cNvPicPr>
          <p:nvPr/>
        </p:nvPicPr>
        <p:blipFill>
          <a:blip r:embed="rId3"/>
          <a:stretch>
            <a:fillRect/>
          </a:stretch>
        </p:blipFill>
        <p:spPr>
          <a:xfrm>
            <a:off x="1230084" y="3429000"/>
            <a:ext cx="4071256" cy="3212752"/>
          </a:xfrm>
          <a:prstGeom prst="rect">
            <a:avLst/>
          </a:prstGeom>
        </p:spPr>
      </p:pic>
      <p:sp>
        <p:nvSpPr>
          <p:cNvPr id="5" name="TextBox 4">
            <a:extLst>
              <a:ext uri="{FF2B5EF4-FFF2-40B4-BE49-F238E27FC236}">
                <a16:creationId xmlns:a16="http://schemas.microsoft.com/office/drawing/2014/main" id="{51D0E8A0-F59F-BB58-D2F4-54160CE51864}"/>
              </a:ext>
            </a:extLst>
          </p:cNvPr>
          <p:cNvSpPr txBox="1"/>
          <p:nvPr/>
        </p:nvSpPr>
        <p:spPr>
          <a:xfrm>
            <a:off x="5486400" y="3031557"/>
            <a:ext cx="6096000" cy="1754326"/>
          </a:xfrm>
          <a:prstGeom prst="rect">
            <a:avLst/>
          </a:prstGeom>
          <a:noFill/>
        </p:spPr>
        <p:txBody>
          <a:bodyPr wrap="square">
            <a:spAutoFit/>
          </a:bodyPr>
          <a:lstStyle/>
          <a:p>
            <a:pPr marL="285750" indent="-285750">
              <a:buFont typeface="Arial" panose="020B0604020202020204" pitchFamily="34" charset="0"/>
              <a:buChar char="•"/>
            </a:pPr>
            <a:r>
              <a:rPr lang="en-US" dirty="0"/>
              <a:t>A hyperplane is the decision boundary that separates classes.</a:t>
            </a:r>
          </a:p>
          <a:p>
            <a:pPr marL="285750" indent="-285750">
              <a:buFont typeface="Arial" panose="020B0604020202020204" pitchFamily="34" charset="0"/>
              <a:buChar char="•"/>
            </a:pPr>
            <a:r>
              <a:rPr lang="en-US" dirty="0"/>
              <a:t>The hyperplane's position is determined by support vectors (closest data points).</a:t>
            </a:r>
          </a:p>
          <a:p>
            <a:pPr marL="285750" indent="-285750">
              <a:buFont typeface="Arial" panose="020B0604020202020204" pitchFamily="34" charset="0"/>
              <a:buChar char="•"/>
            </a:pPr>
            <a:r>
              <a:rPr lang="en-US" dirty="0"/>
              <a:t>The goal is to maximize the distance (margin) between the hyperplane and the support vectors.</a:t>
            </a:r>
          </a:p>
        </p:txBody>
      </p:sp>
    </p:spTree>
    <p:extLst>
      <p:ext uri="{BB962C8B-B14F-4D97-AF65-F5344CB8AC3E}">
        <p14:creationId xmlns:p14="http://schemas.microsoft.com/office/powerpoint/2010/main" val="1631149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5200" b="1" kern="1200" spc="-30">
                <a:solidFill>
                  <a:schemeClr val="tx1"/>
                </a:solidFill>
                <a:latin typeface="+mj-lt"/>
                <a:ea typeface="+mj-ea"/>
                <a:cs typeface="+mj-cs"/>
              </a:rPr>
              <a:t>Separating Hyper-planes</a:t>
            </a:r>
          </a:p>
        </p:txBody>
      </p:sp>
      <p:pic>
        <p:nvPicPr>
          <p:cNvPr id="4" name="Picture 3">
            <a:extLst>
              <a:ext uri="{FF2B5EF4-FFF2-40B4-BE49-F238E27FC236}">
                <a16:creationId xmlns:a16="http://schemas.microsoft.com/office/drawing/2014/main" id="{29FF7CF6-7645-519C-5DE1-222A3AA00DC6}"/>
              </a:ext>
            </a:extLst>
          </p:cNvPr>
          <p:cNvPicPr>
            <a:picLocks noChangeAspect="1"/>
          </p:cNvPicPr>
          <p:nvPr/>
        </p:nvPicPr>
        <p:blipFill>
          <a:blip r:embed="rId2"/>
          <a:stretch>
            <a:fillRect/>
          </a:stretch>
        </p:blipFill>
        <p:spPr>
          <a:xfrm>
            <a:off x="2818786" y="1845426"/>
            <a:ext cx="6551374" cy="4450303"/>
          </a:xfrm>
          <a:prstGeom prst="rect">
            <a:avLst/>
          </a:prstGeom>
        </p:spPr>
      </p:pic>
      <p:pic>
        <p:nvPicPr>
          <p:cNvPr id="8" name="Picture 7" descr="A blue letter on a black background&#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358043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107334" y="291213"/>
            <a:ext cx="397433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Margin in SVM</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2" name="TextBox 1">
            <a:extLst>
              <a:ext uri="{FF2B5EF4-FFF2-40B4-BE49-F238E27FC236}">
                <a16:creationId xmlns:a16="http://schemas.microsoft.com/office/drawing/2014/main" id="{71BC4160-0EFF-A161-FCC7-633841FECD26}"/>
              </a:ext>
            </a:extLst>
          </p:cNvPr>
          <p:cNvSpPr txBox="1"/>
          <p:nvPr/>
        </p:nvSpPr>
        <p:spPr>
          <a:xfrm>
            <a:off x="508838" y="972206"/>
            <a:ext cx="10992677" cy="51283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latin typeface="Nunito"/>
                <a:ea typeface="+mn-lt"/>
                <a:cs typeface="+mn-lt"/>
              </a:rPr>
              <a:t>Definition</a:t>
            </a:r>
            <a:r>
              <a:rPr lang="en-US" sz="2200" dirty="0">
                <a:solidFill>
                  <a:srgbClr val="374151"/>
                </a:solidFill>
                <a:latin typeface="Nunito"/>
                <a:ea typeface="+mn-lt"/>
                <a:cs typeface="+mn-lt"/>
              </a:rPr>
              <a:t>: The margin in Support Vector Machine (SVM) is the gap between the decision boundary (hyperplane) and the nearest data points from different classes.</a:t>
            </a:r>
            <a:endParaRPr lang="en-US" dirty="0">
              <a:solidFill>
                <a:srgbClr val="000000"/>
              </a:solidFill>
              <a:latin typeface="Calibri" panose="020F0502020204030204"/>
              <a:ea typeface="+mn-lt"/>
              <a:cs typeface="+mn-lt"/>
            </a:endParaRPr>
          </a:p>
          <a:p>
            <a:pPr>
              <a:lnSpc>
                <a:spcPct val="150000"/>
              </a:lnSpc>
            </a:pPr>
            <a:endParaRPr lang="en-US" sz="2200" dirty="0">
              <a:solidFill>
                <a:srgbClr val="374151"/>
              </a:solidFill>
              <a:latin typeface="Nunito"/>
              <a:ea typeface="Calibri" panose="020F0502020204030204"/>
              <a:cs typeface="Calibri" panose="020F0502020204030204"/>
            </a:endParaRPr>
          </a:p>
          <a:p>
            <a:pPr>
              <a:lnSpc>
                <a:spcPct val="150000"/>
              </a:lnSpc>
            </a:pPr>
            <a:r>
              <a:rPr lang="en-US" sz="2200" b="1" dirty="0">
                <a:latin typeface="Nunito"/>
                <a:ea typeface="+mn-lt"/>
                <a:cs typeface="+mn-lt"/>
              </a:rPr>
              <a:t>Significance</a:t>
            </a:r>
            <a:r>
              <a:rPr lang="en-US" sz="2200" dirty="0">
                <a:solidFill>
                  <a:srgbClr val="374151"/>
                </a:solidFill>
                <a:latin typeface="Nunito"/>
                <a:ea typeface="+mn-lt"/>
                <a:cs typeface="+mn-lt"/>
              </a:rPr>
              <a:t>:</a:t>
            </a:r>
          </a:p>
          <a:p>
            <a:pPr marL="800100" lvl="1" indent="-342900">
              <a:lnSpc>
                <a:spcPct val="150000"/>
              </a:lnSpc>
              <a:buFont typeface="Arial" panose="020B0604020202020204" pitchFamily="34" charset="0"/>
              <a:buChar char="•"/>
            </a:pPr>
            <a:r>
              <a:rPr lang="en-US" sz="2200" dirty="0">
                <a:solidFill>
                  <a:srgbClr val="374151"/>
                </a:solidFill>
                <a:latin typeface="Nunito"/>
                <a:ea typeface="+mn-lt"/>
                <a:cs typeface="+mn-lt"/>
              </a:rPr>
              <a:t>A larger margin indicates a more confident and robust classification.</a:t>
            </a:r>
          </a:p>
          <a:p>
            <a:pPr marL="800100" lvl="1" indent="-342900">
              <a:lnSpc>
                <a:spcPct val="150000"/>
              </a:lnSpc>
              <a:buFont typeface="Arial" panose="020B0604020202020204" pitchFamily="34" charset="0"/>
              <a:buChar char="•"/>
            </a:pPr>
            <a:r>
              <a:rPr lang="en-US" sz="2200" dirty="0">
                <a:solidFill>
                  <a:srgbClr val="374151"/>
                </a:solidFill>
                <a:latin typeface="Nunito"/>
                <a:ea typeface="+mn-lt"/>
                <a:cs typeface="+mn-lt"/>
              </a:rPr>
              <a:t>It allows better generalization to unseen data.</a:t>
            </a:r>
          </a:p>
          <a:p>
            <a:pPr marL="800100" lvl="1" indent="-342900">
              <a:lnSpc>
                <a:spcPct val="150000"/>
              </a:lnSpc>
              <a:buFont typeface="Arial" panose="020B0604020202020204" pitchFamily="34" charset="0"/>
              <a:buChar char="•"/>
            </a:pPr>
            <a:endParaRPr lang="en-US" sz="2200" dirty="0">
              <a:solidFill>
                <a:srgbClr val="374151"/>
              </a:solidFill>
              <a:latin typeface="Nunito"/>
              <a:ea typeface="+mn-lt"/>
              <a:cs typeface="+mn-lt"/>
            </a:endParaRPr>
          </a:p>
          <a:p>
            <a:pPr>
              <a:lnSpc>
                <a:spcPct val="150000"/>
              </a:lnSpc>
            </a:pPr>
            <a:r>
              <a:rPr lang="en-US" sz="2200" b="1" dirty="0">
                <a:latin typeface="Nunito"/>
                <a:ea typeface="+mn-lt"/>
                <a:cs typeface="+mn-lt"/>
              </a:rPr>
              <a:t>Support Vectors</a:t>
            </a:r>
            <a:r>
              <a:rPr lang="en-US" sz="2200" dirty="0">
                <a:solidFill>
                  <a:srgbClr val="374151"/>
                </a:solidFill>
                <a:latin typeface="Nunito"/>
                <a:ea typeface="+mn-lt"/>
                <a:cs typeface="+mn-lt"/>
              </a:rPr>
              <a:t>:</a:t>
            </a:r>
          </a:p>
          <a:p>
            <a:pPr marL="800100" lvl="1" indent="-342900">
              <a:lnSpc>
                <a:spcPct val="150000"/>
              </a:lnSpc>
              <a:buFont typeface="Arial" panose="020B0604020202020204" pitchFamily="34" charset="0"/>
              <a:buChar char="•"/>
            </a:pPr>
            <a:r>
              <a:rPr lang="en-US" sz="2200" dirty="0">
                <a:solidFill>
                  <a:srgbClr val="374151"/>
                </a:solidFill>
                <a:latin typeface="Nunito"/>
                <a:ea typeface="+mn-lt"/>
                <a:cs typeface="+mn-lt"/>
              </a:rPr>
              <a:t>Support vectors are the data points closest to the decision boundary.</a:t>
            </a:r>
          </a:p>
          <a:p>
            <a:pPr marL="800100" lvl="1" indent="-342900">
              <a:lnSpc>
                <a:spcPct val="150000"/>
              </a:lnSpc>
              <a:buFont typeface="Arial" panose="020B0604020202020204" pitchFamily="34" charset="0"/>
              <a:buChar char="•"/>
            </a:pPr>
            <a:r>
              <a:rPr lang="en-US" sz="2200" dirty="0">
                <a:solidFill>
                  <a:srgbClr val="374151"/>
                </a:solidFill>
                <a:latin typeface="Nunito"/>
                <a:ea typeface="+mn-lt"/>
                <a:cs typeface="+mn-lt"/>
              </a:rPr>
              <a:t>They influence the position of the hyperplane and the margin.</a:t>
            </a:r>
          </a:p>
        </p:txBody>
      </p:sp>
    </p:spTree>
    <p:extLst>
      <p:ext uri="{BB962C8B-B14F-4D97-AF65-F5344CB8AC3E}">
        <p14:creationId xmlns:p14="http://schemas.microsoft.com/office/powerpoint/2010/main" val="3308570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descr="Guide on Support Vector Machine (SVM) Algorithm">
            <a:extLst>
              <a:ext uri="{FF2B5EF4-FFF2-40B4-BE49-F238E27FC236}">
                <a16:creationId xmlns:a16="http://schemas.microsoft.com/office/drawing/2014/main" id="{39C330ED-4092-CF4F-463C-7D284EDDFA2D}"/>
              </a:ext>
            </a:extLst>
          </p:cNvPr>
          <p:cNvPicPr>
            <a:picLocks noChangeAspect="1"/>
          </p:cNvPicPr>
          <p:nvPr/>
        </p:nvPicPr>
        <p:blipFill>
          <a:blip r:embed="rId3"/>
          <a:stretch>
            <a:fillRect/>
          </a:stretch>
        </p:blipFill>
        <p:spPr>
          <a:xfrm>
            <a:off x="4107334" y="2084714"/>
            <a:ext cx="4919978" cy="4014768"/>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4107334" y="291213"/>
            <a:ext cx="397433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Margin in SVM</a:t>
            </a:r>
          </a:p>
        </p:txBody>
      </p:sp>
      <p:sp>
        <p:nvSpPr>
          <p:cNvPr id="6" name="TextBox 5">
            <a:extLst>
              <a:ext uri="{FF2B5EF4-FFF2-40B4-BE49-F238E27FC236}">
                <a16:creationId xmlns:a16="http://schemas.microsoft.com/office/drawing/2014/main" id="{ADF793A8-7DC2-B5AB-02A9-5D5109FB70CE}"/>
              </a:ext>
            </a:extLst>
          </p:cNvPr>
          <p:cNvSpPr txBox="1"/>
          <p:nvPr/>
        </p:nvSpPr>
        <p:spPr>
          <a:xfrm>
            <a:off x="1328058" y="930362"/>
            <a:ext cx="9633856" cy="923330"/>
          </a:xfrm>
          <a:prstGeom prst="rect">
            <a:avLst/>
          </a:prstGeom>
          <a:noFill/>
        </p:spPr>
        <p:txBody>
          <a:bodyPr wrap="square">
            <a:spAutoFit/>
          </a:bodyPr>
          <a:lstStyle/>
          <a:p>
            <a:r>
              <a:rPr lang="en-US" b="1" dirty="0"/>
              <a:t>Margin</a:t>
            </a:r>
            <a:r>
              <a:rPr lang="en-US" dirty="0"/>
              <a:t>: Distance between the decision boundary and the nearest points.</a:t>
            </a:r>
          </a:p>
          <a:p>
            <a:r>
              <a:rPr lang="en-US" b="1" dirty="0"/>
              <a:t>Support Vectors</a:t>
            </a:r>
            <a:r>
              <a:rPr lang="en-US" dirty="0"/>
              <a:t>: Data points that define the boundary.</a:t>
            </a:r>
          </a:p>
          <a:p>
            <a:r>
              <a:rPr lang="en-US" b="1" dirty="0"/>
              <a:t>Goal</a:t>
            </a:r>
            <a:r>
              <a:rPr lang="en-US" dirty="0"/>
              <a:t>: Maximize the margin for better classification</a:t>
            </a:r>
          </a:p>
        </p:txBody>
      </p:sp>
    </p:spTree>
    <p:extLst>
      <p:ext uri="{BB962C8B-B14F-4D97-AF65-F5344CB8AC3E}">
        <p14:creationId xmlns:p14="http://schemas.microsoft.com/office/powerpoint/2010/main" val="174547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descr="Guide on Support Vector Machine (SVM) Algorithm">
            <a:extLst>
              <a:ext uri="{FF2B5EF4-FFF2-40B4-BE49-F238E27FC236}">
                <a16:creationId xmlns:a16="http://schemas.microsoft.com/office/drawing/2014/main" id="{39C330ED-4092-CF4F-463C-7D284EDDFA2D}"/>
              </a:ext>
            </a:extLst>
          </p:cNvPr>
          <p:cNvPicPr>
            <a:picLocks noChangeAspect="1"/>
          </p:cNvPicPr>
          <p:nvPr/>
        </p:nvPicPr>
        <p:blipFill>
          <a:blip r:embed="rId3"/>
          <a:stretch>
            <a:fillRect/>
          </a:stretch>
        </p:blipFill>
        <p:spPr>
          <a:xfrm>
            <a:off x="4107334" y="2084714"/>
            <a:ext cx="4919978" cy="4014768"/>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4107334" y="291213"/>
            <a:ext cx="397433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Margin in SVM</a:t>
            </a:r>
          </a:p>
        </p:txBody>
      </p:sp>
      <p:sp>
        <p:nvSpPr>
          <p:cNvPr id="6" name="TextBox 5">
            <a:extLst>
              <a:ext uri="{FF2B5EF4-FFF2-40B4-BE49-F238E27FC236}">
                <a16:creationId xmlns:a16="http://schemas.microsoft.com/office/drawing/2014/main" id="{ADF793A8-7DC2-B5AB-02A9-5D5109FB70CE}"/>
              </a:ext>
            </a:extLst>
          </p:cNvPr>
          <p:cNvSpPr txBox="1"/>
          <p:nvPr/>
        </p:nvSpPr>
        <p:spPr>
          <a:xfrm>
            <a:off x="1328058" y="930362"/>
            <a:ext cx="9633856" cy="646331"/>
          </a:xfrm>
          <a:prstGeom prst="rect">
            <a:avLst/>
          </a:prstGeom>
          <a:noFill/>
        </p:spPr>
        <p:txBody>
          <a:bodyPr wrap="square">
            <a:spAutoFit/>
          </a:bodyPr>
          <a:lstStyle/>
          <a:p>
            <a:r>
              <a:rPr lang="en-US" b="1" dirty="0"/>
              <a:t>Imagine sorting mail into "spam" and "not spam" categories based on words' frequency. SVM draws a line (or hyperplane) to separate these two groups effectively.</a:t>
            </a:r>
            <a:endParaRPr lang="en-US" dirty="0"/>
          </a:p>
        </p:txBody>
      </p:sp>
    </p:spTree>
    <p:extLst>
      <p:ext uri="{BB962C8B-B14F-4D97-AF65-F5344CB8AC3E}">
        <p14:creationId xmlns:p14="http://schemas.microsoft.com/office/powerpoint/2010/main" val="1071564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026286" y="338510"/>
            <a:ext cx="814169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Support Vector Machine (SVM)</a:t>
            </a:r>
            <a:endParaRPr lang="en-IN"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7170" name="Picture 2" descr="Introduction to Supervised machine learning- supervised learning">
            <a:extLst>
              <a:ext uri="{FF2B5EF4-FFF2-40B4-BE49-F238E27FC236}">
                <a16:creationId xmlns:a16="http://schemas.microsoft.com/office/drawing/2014/main" id="{59BA6C35-15D9-FD47-92E2-8E4D7B1023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138512"/>
            <a:ext cx="8948776" cy="503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715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026286" y="338510"/>
            <a:ext cx="814169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Hard Vs Soft Margin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12" name="TextBox 11">
            <a:extLst>
              <a:ext uri="{FF2B5EF4-FFF2-40B4-BE49-F238E27FC236}">
                <a16:creationId xmlns:a16="http://schemas.microsoft.com/office/drawing/2014/main" id="{960D427E-183C-3754-BD3C-D1C09ACBAC78}"/>
              </a:ext>
            </a:extLst>
          </p:cNvPr>
          <p:cNvSpPr txBox="1"/>
          <p:nvPr/>
        </p:nvSpPr>
        <p:spPr>
          <a:xfrm>
            <a:off x="1230084" y="977659"/>
            <a:ext cx="10482943" cy="2862322"/>
          </a:xfrm>
          <a:prstGeom prst="rect">
            <a:avLst/>
          </a:prstGeom>
          <a:noFill/>
        </p:spPr>
        <p:txBody>
          <a:bodyPr wrap="square">
            <a:spAutoFit/>
          </a:bodyPr>
          <a:lstStyle/>
          <a:p>
            <a:pPr algn="l"/>
            <a:r>
              <a:rPr lang="en-US" sz="2000" b="0" i="0" u="none" strike="noStrike" baseline="0" dirty="0">
                <a:latin typeface="HelveticaNeue-Light"/>
              </a:rPr>
              <a:t>If the data is linearly separable</a:t>
            </a:r>
          </a:p>
          <a:p>
            <a:pPr marL="800100" lvl="1" indent="-342900">
              <a:buFont typeface="Arial" panose="020B0604020202020204" pitchFamily="34" charset="0"/>
              <a:buChar char="•"/>
            </a:pPr>
            <a:r>
              <a:rPr lang="en-US" sz="2000" b="0" i="0" u="none" strike="noStrike" baseline="0" dirty="0">
                <a:latin typeface="HelveticaNeue-Light"/>
              </a:rPr>
              <a:t>we can select two parallel hyperplanes that separate the two classes of data, so that the distance between them is as large as possible.</a:t>
            </a:r>
          </a:p>
          <a:p>
            <a:pPr marL="800100" lvl="1" indent="-342900">
              <a:buFont typeface="Arial" panose="020B0604020202020204" pitchFamily="34" charset="0"/>
              <a:buChar char="•"/>
            </a:pPr>
            <a:r>
              <a:rPr lang="en-US" sz="2000" b="0" i="0" u="none" strike="noStrike" baseline="0" dirty="0">
                <a:latin typeface="HelveticaNeue-Light"/>
              </a:rPr>
              <a:t>The region bounded by these two hyperplanes is called the "margin", and</a:t>
            </a:r>
          </a:p>
          <a:p>
            <a:pPr marL="800100" lvl="1" indent="-342900">
              <a:buFont typeface="Arial" panose="020B0604020202020204" pitchFamily="34" charset="0"/>
              <a:buChar char="•"/>
            </a:pPr>
            <a:r>
              <a:rPr lang="en-US" sz="2000" b="0" i="0" u="none" strike="noStrike" baseline="0" dirty="0">
                <a:latin typeface="HelveticaNeue-Light"/>
              </a:rPr>
              <a:t>the maximum-margin hyperplane is the hyperplane that lies halfway between them.</a:t>
            </a:r>
          </a:p>
          <a:p>
            <a:pPr lvl="1"/>
            <a:endParaRPr lang="en-US" sz="2000" b="0" i="0" u="none" strike="noStrike" baseline="0" dirty="0">
              <a:latin typeface="HelveticaNeue-Light"/>
            </a:endParaRPr>
          </a:p>
          <a:p>
            <a:pPr marL="342900" indent="-342900" algn="l">
              <a:buFont typeface="Arial" panose="020B0604020202020204" pitchFamily="34" charset="0"/>
              <a:buChar char="•"/>
            </a:pPr>
            <a:r>
              <a:rPr lang="en-US" sz="2000" b="0" i="0" u="none" strike="noStrike" baseline="0" dirty="0">
                <a:latin typeface="HelveticaNeue-Light"/>
              </a:rPr>
              <a:t>When data are NOT linearly separable</a:t>
            </a:r>
          </a:p>
          <a:p>
            <a:pPr marL="800100" lvl="1" indent="-342900">
              <a:buFont typeface="Arial" panose="020B0604020202020204" pitchFamily="34" charset="0"/>
              <a:buChar char="•"/>
            </a:pPr>
            <a:r>
              <a:rPr lang="en-US" sz="2000" b="0" i="0" u="none" strike="noStrike" baseline="0" dirty="0">
                <a:latin typeface="HelveticaNeue-Light"/>
              </a:rPr>
              <a:t>Hinge loss function: adds a penalty for crossing over the margin</a:t>
            </a:r>
          </a:p>
          <a:p>
            <a:pPr marL="800100" lvl="1" indent="-342900">
              <a:buFont typeface="Arial" panose="020B0604020202020204" pitchFamily="34" charset="0"/>
              <a:buChar char="•"/>
            </a:pPr>
            <a:r>
              <a:rPr lang="en-US" sz="2000" b="0" i="0" u="none" strike="noStrike" baseline="0" dirty="0">
                <a:latin typeface="HelveticaNeue-Light"/>
              </a:rPr>
              <a:t>Penalty is proportional to the distance from the margin</a:t>
            </a:r>
            <a:endParaRPr lang="en-US" sz="2000" b="1" dirty="0"/>
          </a:p>
        </p:txBody>
      </p:sp>
      <p:sp>
        <p:nvSpPr>
          <p:cNvPr id="5" name="TextBox 4">
            <a:extLst>
              <a:ext uri="{FF2B5EF4-FFF2-40B4-BE49-F238E27FC236}">
                <a16:creationId xmlns:a16="http://schemas.microsoft.com/office/drawing/2014/main" id="{F0B5D38D-025C-4346-4E2E-FB9D0DDAC05B}"/>
              </a:ext>
            </a:extLst>
          </p:cNvPr>
          <p:cNvSpPr txBox="1"/>
          <p:nvPr/>
        </p:nvSpPr>
        <p:spPr>
          <a:xfrm>
            <a:off x="1230084" y="3839981"/>
            <a:ext cx="8828316" cy="2308324"/>
          </a:xfrm>
          <a:prstGeom prst="rect">
            <a:avLst/>
          </a:prstGeom>
          <a:noFill/>
        </p:spPr>
        <p:txBody>
          <a:bodyPr wrap="square">
            <a:spAutoFit/>
          </a:bodyPr>
          <a:lstStyle/>
          <a:p>
            <a:r>
              <a:rPr lang="en-US" dirty="0"/>
              <a:t>Hard Margin:</a:t>
            </a:r>
          </a:p>
          <a:p>
            <a:r>
              <a:rPr lang="en-US" dirty="0"/>
              <a:t>	Assumes perfect separation of classes.</a:t>
            </a:r>
          </a:p>
          <a:p>
            <a:r>
              <a:rPr lang="en-US" dirty="0"/>
              <a:t>	Works only for linearly separable data.</a:t>
            </a:r>
          </a:p>
          <a:p>
            <a:r>
              <a:rPr lang="en-US" dirty="0"/>
              <a:t>	Sensitive to outliers.</a:t>
            </a:r>
          </a:p>
          <a:p>
            <a:r>
              <a:rPr lang="en-US" dirty="0"/>
              <a:t>Soft Margin:</a:t>
            </a:r>
          </a:p>
          <a:p>
            <a:r>
              <a:rPr lang="en-US" dirty="0"/>
              <a:t>	Allows some misclassification.</a:t>
            </a:r>
          </a:p>
          <a:p>
            <a:r>
              <a:rPr lang="en-US" dirty="0"/>
              <a:t>	Balances between maximizing the margin and minimizing misclassification.</a:t>
            </a:r>
          </a:p>
          <a:p>
            <a:r>
              <a:rPr lang="en-US" dirty="0"/>
              <a:t>	Works for noisy and real-world data.</a:t>
            </a:r>
          </a:p>
        </p:txBody>
      </p:sp>
    </p:spTree>
    <p:extLst>
      <p:ext uri="{BB962C8B-B14F-4D97-AF65-F5344CB8AC3E}">
        <p14:creationId xmlns:p14="http://schemas.microsoft.com/office/powerpoint/2010/main" val="3359846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638881" y="417576"/>
            <a:ext cx="10909640" cy="12493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Aft>
                <a:spcPts val="600"/>
              </a:spcAft>
            </a:pPr>
            <a:r>
              <a:rPr lang="en-US" sz="6600" b="1" kern="1200" spc="-30">
                <a:solidFill>
                  <a:schemeClr val="tx1"/>
                </a:solidFill>
                <a:latin typeface="+mj-lt"/>
                <a:ea typeface="+mj-ea"/>
                <a:cs typeface="+mj-cs"/>
              </a:rPr>
              <a:t>Hard Vs Soft Margin</a:t>
            </a:r>
          </a:p>
        </p:txBody>
      </p:sp>
      <p:sp>
        <p:nvSpPr>
          <p:cNvPr id="16"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omparison of graphs with red and blue dots&#10;&#10;Description automatically generated">
            <a:extLst>
              <a:ext uri="{FF2B5EF4-FFF2-40B4-BE49-F238E27FC236}">
                <a16:creationId xmlns:a16="http://schemas.microsoft.com/office/drawing/2014/main" id="{DBA88DCC-F48A-7C0B-27FF-06D8150D3C9F}"/>
              </a:ext>
            </a:extLst>
          </p:cNvPr>
          <p:cNvPicPr>
            <a:picLocks noChangeAspect="1"/>
          </p:cNvPicPr>
          <p:nvPr/>
        </p:nvPicPr>
        <p:blipFill>
          <a:blip r:embed="rId2"/>
          <a:stretch>
            <a:fillRect/>
          </a:stretch>
        </p:blipFill>
        <p:spPr>
          <a:xfrm>
            <a:off x="2975908" y="2633472"/>
            <a:ext cx="6237135" cy="3586353"/>
          </a:xfrm>
          <a:prstGeom prst="rect">
            <a:avLst/>
          </a:prstGeom>
        </p:spPr>
      </p:pic>
      <p:pic>
        <p:nvPicPr>
          <p:cNvPr id="8" name="Picture 7" descr="A blue letter on a black background&#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2443924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251857" y="416198"/>
            <a:ext cx="1033054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a:solidFill>
                  <a:schemeClr val="accent1">
                    <a:lumMod val="50000"/>
                  </a:schemeClr>
                </a:solidFill>
                <a:latin typeface="Nunito"/>
                <a:ea typeface="+mj-lt"/>
                <a:cs typeface="Times New Roman"/>
              </a:rPr>
              <a:t>Data That is Not Linearly Separable</a:t>
            </a:r>
            <a:endParaRPr lang="en-US" dirty="0">
              <a:solidFill>
                <a:schemeClr val="accent1">
                  <a:lumMod val="50000"/>
                </a:schemeClr>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2" name="TextBox 1">
            <a:extLst>
              <a:ext uri="{FF2B5EF4-FFF2-40B4-BE49-F238E27FC236}">
                <a16:creationId xmlns:a16="http://schemas.microsoft.com/office/drawing/2014/main" id="{25F00588-5E5B-4954-4F5B-35047777532C}"/>
              </a:ext>
            </a:extLst>
          </p:cNvPr>
          <p:cNvSpPr txBox="1"/>
          <p:nvPr/>
        </p:nvSpPr>
        <p:spPr>
          <a:xfrm>
            <a:off x="798828" y="1642428"/>
            <a:ext cx="10594426" cy="25891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dirty="0">
                <a:solidFill>
                  <a:srgbClr val="374151"/>
                </a:solidFill>
                <a:latin typeface="Nunito"/>
                <a:ea typeface="+mn-lt"/>
                <a:cs typeface="+mn-lt"/>
              </a:rPr>
              <a:t>Not all datasets can be separated by a straight line in the original </a:t>
            </a:r>
            <a:r>
              <a:rPr lang="en-US" sz="2200" dirty="0" err="1">
                <a:solidFill>
                  <a:srgbClr val="374151"/>
                </a:solidFill>
                <a:latin typeface="Nunito"/>
                <a:ea typeface="+mn-lt"/>
                <a:cs typeface="+mn-lt"/>
              </a:rPr>
              <a:t>space.SVM</a:t>
            </a:r>
            <a:r>
              <a:rPr lang="en-US" sz="2200" dirty="0">
                <a:solidFill>
                  <a:srgbClr val="374151"/>
                </a:solidFill>
                <a:latin typeface="Nunito"/>
                <a:ea typeface="+mn-lt"/>
                <a:cs typeface="+mn-lt"/>
              </a:rPr>
              <a:t> uses kernels to transform the data into a higher dimension, making it linearly separable. Kernels allow SVM to handle complex, curved boundaries.</a:t>
            </a:r>
          </a:p>
          <a:p>
            <a:pPr>
              <a:lnSpc>
                <a:spcPct val="150000"/>
              </a:lnSpc>
            </a:pPr>
            <a:endParaRPr lang="en-US" sz="2200" dirty="0">
              <a:solidFill>
                <a:srgbClr val="374151"/>
              </a:solidFill>
              <a:latin typeface="Nunito"/>
              <a:ea typeface="+mn-lt"/>
              <a:cs typeface="+mn-lt"/>
            </a:endParaRPr>
          </a:p>
          <a:p>
            <a:pPr>
              <a:lnSpc>
                <a:spcPct val="150000"/>
              </a:lnSpc>
            </a:pPr>
            <a:r>
              <a:rPr lang="en-US" sz="2200" dirty="0">
                <a:solidFill>
                  <a:srgbClr val="374151"/>
                </a:solidFill>
                <a:latin typeface="Nunito"/>
                <a:ea typeface="+mn-lt"/>
                <a:cs typeface="+mn-lt"/>
              </a:rPr>
              <a:t>Graph with Overlaps use Hinge loss. </a:t>
            </a:r>
          </a:p>
        </p:txBody>
      </p:sp>
    </p:spTree>
    <p:extLst>
      <p:ext uri="{BB962C8B-B14F-4D97-AF65-F5344CB8AC3E}">
        <p14:creationId xmlns:p14="http://schemas.microsoft.com/office/powerpoint/2010/main" val="3973879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4310534" y="345123"/>
            <a:ext cx="338167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Kernel Trick</a:t>
            </a:r>
            <a:endParaRPr lang="en-US" dirty="0"/>
          </a:p>
        </p:txBody>
      </p:sp>
      <p:pic>
        <p:nvPicPr>
          <p:cNvPr id="3" name="Picture 2">
            <a:extLst>
              <a:ext uri="{FF2B5EF4-FFF2-40B4-BE49-F238E27FC236}">
                <a16:creationId xmlns:a16="http://schemas.microsoft.com/office/drawing/2014/main" id="{81DB1AF7-EA37-DBC7-7843-71534BB303B1}"/>
              </a:ext>
            </a:extLst>
          </p:cNvPr>
          <p:cNvPicPr>
            <a:picLocks noChangeAspect="1"/>
          </p:cNvPicPr>
          <p:nvPr/>
        </p:nvPicPr>
        <p:blipFill>
          <a:blip r:embed="rId3"/>
          <a:stretch>
            <a:fillRect/>
          </a:stretch>
        </p:blipFill>
        <p:spPr>
          <a:xfrm>
            <a:off x="1970314" y="1528690"/>
            <a:ext cx="4398380" cy="2193403"/>
          </a:xfrm>
          <a:prstGeom prst="rect">
            <a:avLst/>
          </a:prstGeom>
        </p:spPr>
      </p:pic>
      <p:sp>
        <p:nvSpPr>
          <p:cNvPr id="9" name="TextBox 8">
            <a:extLst>
              <a:ext uri="{FF2B5EF4-FFF2-40B4-BE49-F238E27FC236}">
                <a16:creationId xmlns:a16="http://schemas.microsoft.com/office/drawing/2014/main" id="{57454F8E-39AF-B0CE-098C-AABD96B00965}"/>
              </a:ext>
            </a:extLst>
          </p:cNvPr>
          <p:cNvSpPr txBox="1"/>
          <p:nvPr/>
        </p:nvSpPr>
        <p:spPr>
          <a:xfrm>
            <a:off x="566058" y="1184516"/>
            <a:ext cx="9993086" cy="646331"/>
          </a:xfrm>
          <a:prstGeom prst="rect">
            <a:avLst/>
          </a:prstGeom>
          <a:noFill/>
        </p:spPr>
        <p:txBody>
          <a:bodyPr wrap="square">
            <a:spAutoFit/>
          </a:bodyPr>
          <a:lstStyle/>
          <a:p>
            <a:pPr algn="l"/>
            <a:r>
              <a:rPr lang="en-US" sz="1800" b="0" i="0" u="none" strike="noStrike" baseline="0" dirty="0">
                <a:latin typeface="ArialMT"/>
              </a:rPr>
              <a:t>As it can be seen from the figure that initial data is not linearly separable. The given distribution is expressed as:</a:t>
            </a:r>
            <a:endParaRPr lang="en-US" dirty="0"/>
          </a:p>
        </p:txBody>
      </p:sp>
      <p:sp>
        <p:nvSpPr>
          <p:cNvPr id="12" name="TextBox 11">
            <a:extLst>
              <a:ext uri="{FF2B5EF4-FFF2-40B4-BE49-F238E27FC236}">
                <a16:creationId xmlns:a16="http://schemas.microsoft.com/office/drawing/2014/main" id="{B707B4E9-117D-CD6A-C96A-0790B0E8394E}"/>
              </a:ext>
            </a:extLst>
          </p:cNvPr>
          <p:cNvSpPr txBox="1"/>
          <p:nvPr/>
        </p:nvSpPr>
        <p:spPr>
          <a:xfrm>
            <a:off x="685800" y="2031667"/>
            <a:ext cx="1284514" cy="2031325"/>
          </a:xfrm>
          <a:prstGeom prst="rect">
            <a:avLst/>
          </a:prstGeom>
          <a:noFill/>
        </p:spPr>
        <p:txBody>
          <a:bodyPr wrap="square">
            <a:spAutoFit/>
          </a:bodyPr>
          <a:lstStyle/>
          <a:p>
            <a:pPr algn="l"/>
            <a:r>
              <a:rPr lang="en-US" sz="1800" b="0" i="0" u="none" strike="noStrike" baseline="0" dirty="0">
                <a:latin typeface="ArialMT"/>
              </a:rPr>
              <a:t>X Class</a:t>
            </a:r>
          </a:p>
          <a:p>
            <a:pPr algn="l"/>
            <a:r>
              <a:rPr lang="en-US" sz="1800" b="0" i="0" u="none" strike="noStrike" baseline="0" dirty="0">
                <a:latin typeface="ArialMT"/>
              </a:rPr>
              <a:t>1 Blue</a:t>
            </a:r>
          </a:p>
          <a:p>
            <a:pPr algn="l"/>
            <a:r>
              <a:rPr lang="en-US" sz="1800" b="0" i="0" u="none" strike="noStrike" baseline="0" dirty="0">
                <a:latin typeface="ArialMT"/>
              </a:rPr>
              <a:t>2 Blue</a:t>
            </a:r>
          </a:p>
          <a:p>
            <a:pPr algn="l"/>
            <a:r>
              <a:rPr lang="en-US" sz="1800" b="0" i="0" u="none" strike="noStrike" baseline="0" dirty="0">
                <a:latin typeface="ArialMT"/>
              </a:rPr>
              <a:t>3 Red</a:t>
            </a:r>
          </a:p>
          <a:p>
            <a:pPr algn="l"/>
            <a:r>
              <a:rPr lang="en-US" sz="1800" b="0" i="0" u="none" strike="noStrike" baseline="0" dirty="0">
                <a:latin typeface="ArialMT"/>
              </a:rPr>
              <a:t>4 Red</a:t>
            </a:r>
          </a:p>
          <a:p>
            <a:pPr algn="l"/>
            <a:r>
              <a:rPr lang="en-US" sz="1800" b="0" i="0" u="none" strike="noStrike" baseline="0" dirty="0">
                <a:latin typeface="ArialMT"/>
              </a:rPr>
              <a:t>6 Blue</a:t>
            </a:r>
          </a:p>
          <a:p>
            <a:pPr algn="l"/>
            <a:r>
              <a:rPr lang="en-US" sz="1800" b="0" i="0" u="none" strike="noStrike" baseline="0" dirty="0">
                <a:latin typeface="ArialMT"/>
              </a:rPr>
              <a:t>7 Blue</a:t>
            </a:r>
            <a:endParaRPr lang="en-US" dirty="0"/>
          </a:p>
        </p:txBody>
      </p:sp>
      <p:sp>
        <p:nvSpPr>
          <p:cNvPr id="14" name="TextBox 13">
            <a:extLst>
              <a:ext uri="{FF2B5EF4-FFF2-40B4-BE49-F238E27FC236}">
                <a16:creationId xmlns:a16="http://schemas.microsoft.com/office/drawing/2014/main" id="{4A972588-2056-5DDA-6A4D-30C031574691}"/>
              </a:ext>
            </a:extLst>
          </p:cNvPr>
          <p:cNvSpPr txBox="1"/>
          <p:nvPr/>
        </p:nvSpPr>
        <p:spPr>
          <a:xfrm>
            <a:off x="424542" y="4525701"/>
            <a:ext cx="11680371" cy="923330"/>
          </a:xfrm>
          <a:prstGeom prst="rect">
            <a:avLst/>
          </a:prstGeom>
          <a:noFill/>
        </p:spPr>
        <p:txBody>
          <a:bodyPr wrap="square">
            <a:spAutoFit/>
          </a:bodyPr>
          <a:lstStyle/>
          <a:p>
            <a:pPr algn="l"/>
            <a:r>
              <a:rPr lang="en-US" sz="1800" b="0" i="0" u="none" strike="noStrike" baseline="0" dirty="0">
                <a:latin typeface="ArialMT"/>
              </a:rPr>
              <a:t>The given data is in 1 dimension but can be transformed into higher dimension using a kernel trick. Let</a:t>
            </a:r>
          </a:p>
          <a:p>
            <a:pPr algn="l"/>
            <a:r>
              <a:rPr lang="en-US" sz="1800" b="0" i="0" u="none" strike="noStrike" baseline="0" dirty="0">
                <a:latin typeface="ArialMT"/>
              </a:rPr>
              <a:t>a new dimension be formed using squaring the variable x. We will get a two-dimensional distribution of</a:t>
            </a:r>
          </a:p>
          <a:p>
            <a:pPr algn="l"/>
            <a:r>
              <a:rPr lang="en-US" sz="1800" b="0" i="0" u="none" strike="noStrike" baseline="0" dirty="0">
                <a:latin typeface="ArialMT"/>
              </a:rPr>
              <a:t>given data which is linearly separable and can be classified using a line.</a:t>
            </a:r>
            <a:endParaRPr lang="en-US" dirty="0"/>
          </a:p>
        </p:txBody>
      </p:sp>
      <p:pic>
        <p:nvPicPr>
          <p:cNvPr id="16" name="Picture 15">
            <a:extLst>
              <a:ext uri="{FF2B5EF4-FFF2-40B4-BE49-F238E27FC236}">
                <a16:creationId xmlns:a16="http://schemas.microsoft.com/office/drawing/2014/main" id="{2B745EA2-766E-D945-E2C5-64E31F0415BE}"/>
              </a:ext>
            </a:extLst>
          </p:cNvPr>
          <p:cNvPicPr>
            <a:picLocks noChangeAspect="1"/>
          </p:cNvPicPr>
          <p:nvPr/>
        </p:nvPicPr>
        <p:blipFill>
          <a:blip r:embed="rId4"/>
          <a:stretch>
            <a:fillRect/>
          </a:stretch>
        </p:blipFill>
        <p:spPr>
          <a:xfrm>
            <a:off x="7772950" y="2042553"/>
            <a:ext cx="2216264" cy="1714588"/>
          </a:xfrm>
          <a:prstGeom prst="rect">
            <a:avLst/>
          </a:prstGeom>
        </p:spPr>
      </p:pic>
    </p:spTree>
    <p:extLst>
      <p:ext uri="{BB962C8B-B14F-4D97-AF65-F5344CB8AC3E}">
        <p14:creationId xmlns:p14="http://schemas.microsoft.com/office/powerpoint/2010/main" val="3536336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3938001" y="345123"/>
            <a:ext cx="4313006"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Kernel Function</a:t>
            </a:r>
            <a:endParaRPr lang="en-US" dirty="0"/>
          </a:p>
        </p:txBody>
      </p:sp>
      <p:sp>
        <p:nvSpPr>
          <p:cNvPr id="2" name="TextBox 1">
            <a:extLst>
              <a:ext uri="{FF2B5EF4-FFF2-40B4-BE49-F238E27FC236}">
                <a16:creationId xmlns:a16="http://schemas.microsoft.com/office/drawing/2014/main" id="{3B939BAA-9A63-3AD1-C3A5-F06110AC7B6B}"/>
              </a:ext>
            </a:extLst>
          </p:cNvPr>
          <p:cNvSpPr txBox="1"/>
          <p:nvPr/>
        </p:nvSpPr>
        <p:spPr>
          <a:xfrm>
            <a:off x="770099" y="1097722"/>
            <a:ext cx="10641494" cy="51283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Arial" panose="020B0604020202020204" pitchFamily="34" charset="0"/>
              <a:buChar char="•"/>
            </a:pPr>
            <a:r>
              <a:rPr lang="en-US" sz="2200" dirty="0">
                <a:latin typeface="Nunito"/>
                <a:ea typeface="Söhne"/>
                <a:cs typeface="Söhne"/>
              </a:rPr>
              <a:t>Kernel functions are mathematical functions used in SVM to transform input data into a higher-dimensional feature space.</a:t>
            </a:r>
            <a:endParaRPr lang="en-US">
              <a:ea typeface="Calibri" panose="020F0502020204030204"/>
              <a:cs typeface="Calibri" panose="020F0502020204030204"/>
            </a:endParaRPr>
          </a:p>
          <a:p>
            <a:pPr marL="457200" indent="-457200">
              <a:lnSpc>
                <a:spcPct val="150000"/>
              </a:lnSpc>
              <a:buFont typeface="Arial" panose="020B0604020202020204" pitchFamily="34" charset="0"/>
              <a:buChar char="•"/>
            </a:pPr>
            <a:r>
              <a:rPr lang="en-US" sz="2200" dirty="0">
                <a:latin typeface="Nunito"/>
                <a:ea typeface="Söhne"/>
                <a:cs typeface="Söhne"/>
              </a:rPr>
              <a:t>Linear kernels simply compute the dot product between data points in the input space.</a:t>
            </a:r>
          </a:p>
          <a:p>
            <a:pPr marL="457200" indent="-457200">
              <a:lnSpc>
                <a:spcPct val="150000"/>
              </a:lnSpc>
              <a:buFont typeface="Arial" panose="020B0604020202020204" pitchFamily="34" charset="0"/>
              <a:buChar char="•"/>
            </a:pPr>
            <a:r>
              <a:rPr lang="en-US" sz="2200" dirty="0">
                <a:latin typeface="Nunito"/>
                <a:ea typeface="Söhne"/>
                <a:cs typeface="Söhne"/>
              </a:rPr>
              <a:t>Polynomial kernels capture polynomial relationships, allowing SVM to model curved decision boundaries.</a:t>
            </a:r>
          </a:p>
          <a:p>
            <a:pPr marL="457200" indent="-457200">
              <a:lnSpc>
                <a:spcPct val="150000"/>
              </a:lnSpc>
              <a:buFont typeface="Arial" panose="020B0604020202020204" pitchFamily="34" charset="0"/>
              <a:buChar char="•"/>
            </a:pPr>
            <a:r>
              <a:rPr lang="en-US" sz="2200" dirty="0">
                <a:latin typeface="Nunito"/>
                <a:ea typeface="Söhne"/>
                <a:cs typeface="Söhne"/>
              </a:rPr>
              <a:t>Radial basis function (RBF) kernels create flexible, non-linear decision boundaries, suitable for complex data distributions.</a:t>
            </a:r>
          </a:p>
          <a:p>
            <a:pPr marL="457200" indent="-457200">
              <a:lnSpc>
                <a:spcPct val="150000"/>
              </a:lnSpc>
              <a:buFont typeface="Arial" panose="020B0604020202020204" pitchFamily="34" charset="0"/>
              <a:buChar char="•"/>
            </a:pPr>
            <a:r>
              <a:rPr lang="en-US" sz="2200" dirty="0">
                <a:latin typeface="Nunito"/>
                <a:ea typeface="Söhne"/>
                <a:cs typeface="Söhne"/>
              </a:rPr>
              <a:t>Kernels enable SVM to work effectively in high-dimensional spaces, simplifying classification by projecting data into spaces where classes are more separable.</a:t>
            </a:r>
          </a:p>
        </p:txBody>
      </p:sp>
    </p:spTree>
    <p:extLst>
      <p:ext uri="{BB962C8B-B14F-4D97-AF65-F5344CB8AC3E}">
        <p14:creationId xmlns:p14="http://schemas.microsoft.com/office/powerpoint/2010/main" val="2158419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555112" y="294323"/>
            <a:ext cx="6988472"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Handling Non-Linear Data</a:t>
            </a:r>
            <a:endParaRPr lang="en-US" dirty="0">
              <a:solidFill>
                <a:schemeClr val="accent1">
                  <a:lumMod val="50000"/>
                </a:schemeClr>
              </a:solidFill>
            </a:endParaRPr>
          </a:p>
        </p:txBody>
      </p:sp>
      <p:sp>
        <p:nvSpPr>
          <p:cNvPr id="2" name="TextBox 1">
            <a:extLst>
              <a:ext uri="{FF2B5EF4-FFF2-40B4-BE49-F238E27FC236}">
                <a16:creationId xmlns:a16="http://schemas.microsoft.com/office/drawing/2014/main" id="{3B939BAA-9A63-3AD1-C3A5-F06110AC7B6B}"/>
              </a:ext>
            </a:extLst>
          </p:cNvPr>
          <p:cNvSpPr txBox="1"/>
          <p:nvPr/>
        </p:nvSpPr>
        <p:spPr>
          <a:xfrm>
            <a:off x="770099" y="1351722"/>
            <a:ext cx="10641494" cy="4620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200" dirty="0">
                <a:solidFill>
                  <a:srgbClr val="374151"/>
                </a:solidFill>
                <a:latin typeface="Nunito"/>
              </a:rPr>
              <a:t>Non-linear data refers to data with intricate, </a:t>
            </a:r>
            <a:r>
              <a:rPr lang="en-US" sz="2200" b="1" dirty="0">
                <a:solidFill>
                  <a:srgbClr val="374151"/>
                </a:solidFill>
                <a:latin typeface="Nunito"/>
              </a:rPr>
              <a:t>non-linear relationships between features and classes</a:t>
            </a:r>
            <a:r>
              <a:rPr lang="en-US" sz="2200" dirty="0">
                <a:solidFill>
                  <a:srgbClr val="374151"/>
                </a:solidFill>
                <a:latin typeface="Nunito"/>
              </a:rPr>
              <a:t>.</a:t>
            </a:r>
            <a:endParaRPr lang="en-US" dirty="0">
              <a:ea typeface="Calibri" panose="020F0502020204030204"/>
              <a:cs typeface="Calibri" panose="020F0502020204030204"/>
            </a:endParaRPr>
          </a:p>
          <a:p>
            <a:pPr marL="342900" indent="-342900">
              <a:lnSpc>
                <a:spcPct val="150000"/>
              </a:lnSpc>
              <a:buFont typeface="Arial" panose="020B0604020202020204" pitchFamily="34" charset="0"/>
              <a:buChar char="•"/>
            </a:pPr>
            <a:r>
              <a:rPr lang="en-US" sz="2200" dirty="0">
                <a:solidFill>
                  <a:srgbClr val="374151"/>
                </a:solidFill>
                <a:latin typeface="Nunito"/>
              </a:rPr>
              <a:t>The kernel trick is a technique to address non-linearity, often used with SVM, transforming data into higher-dimensional spaces.</a:t>
            </a:r>
          </a:p>
          <a:p>
            <a:pPr marL="342900" indent="-342900">
              <a:lnSpc>
                <a:spcPct val="150000"/>
              </a:lnSpc>
              <a:buFont typeface="Arial" panose="020B0604020202020204" pitchFamily="34" charset="0"/>
              <a:buChar char="•"/>
            </a:pPr>
            <a:r>
              <a:rPr lang="en-US" sz="2200" dirty="0">
                <a:solidFill>
                  <a:srgbClr val="374151"/>
                </a:solidFill>
                <a:latin typeface="Nunito"/>
              </a:rPr>
              <a:t>Linear classifiers, like SVM, struggle with non-linear data.</a:t>
            </a:r>
          </a:p>
          <a:p>
            <a:pPr marL="342900" indent="-342900">
              <a:lnSpc>
                <a:spcPct val="150000"/>
              </a:lnSpc>
              <a:buFont typeface="Arial" panose="020B0604020202020204" pitchFamily="34" charset="0"/>
              <a:buChar char="•"/>
            </a:pPr>
            <a:r>
              <a:rPr lang="en-US" sz="2200" dirty="0">
                <a:solidFill>
                  <a:srgbClr val="374151"/>
                </a:solidFill>
                <a:latin typeface="Nunito"/>
              </a:rPr>
              <a:t>The </a:t>
            </a:r>
            <a:r>
              <a:rPr lang="en-US" sz="2200" b="1" dirty="0">
                <a:solidFill>
                  <a:srgbClr val="374151"/>
                </a:solidFill>
                <a:latin typeface="Nunito"/>
              </a:rPr>
              <a:t>kernel trick avoids the need to explicitly map data to higher dimensions,</a:t>
            </a:r>
            <a:r>
              <a:rPr lang="en-US" sz="2200" dirty="0">
                <a:solidFill>
                  <a:srgbClr val="374151"/>
                </a:solidFill>
                <a:latin typeface="Nunito"/>
              </a:rPr>
              <a:t> saving computational resources.</a:t>
            </a:r>
          </a:p>
          <a:p>
            <a:pPr marL="342900" indent="-342900">
              <a:lnSpc>
                <a:spcPct val="150000"/>
              </a:lnSpc>
              <a:buFont typeface="Arial" panose="020B0604020202020204" pitchFamily="34" charset="0"/>
              <a:buChar char="•"/>
            </a:pPr>
            <a:r>
              <a:rPr lang="en-US" sz="2200" dirty="0">
                <a:solidFill>
                  <a:srgbClr val="374151"/>
                </a:solidFill>
                <a:latin typeface="Nunito"/>
              </a:rPr>
              <a:t>This technique enhances SVM's versatility by allowing it to establish non-linear decision boundaries for complex data distributions in classification tasks.</a:t>
            </a:r>
          </a:p>
        </p:txBody>
      </p:sp>
    </p:spTree>
    <p:extLst>
      <p:ext uri="{BB962C8B-B14F-4D97-AF65-F5344CB8AC3E}">
        <p14:creationId xmlns:p14="http://schemas.microsoft.com/office/powerpoint/2010/main" val="2068719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598478" y="416198"/>
            <a:ext cx="6991966"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ea typeface="+mj-lt"/>
                <a:cs typeface="Times New Roman"/>
              </a:rPr>
              <a:t>Hands-on: SVM Classified</a:t>
            </a:r>
            <a:endParaRPr lang="en-US" dirty="0">
              <a:solidFill>
                <a:schemeClr val="accent1">
                  <a:lumMod val="50000"/>
                </a:schemeClr>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2" name="TextBox 1">
            <a:extLst>
              <a:ext uri="{FF2B5EF4-FFF2-40B4-BE49-F238E27FC236}">
                <a16:creationId xmlns:a16="http://schemas.microsoft.com/office/drawing/2014/main" id="{25F00588-5E5B-4954-4F5B-35047777532C}"/>
              </a:ext>
            </a:extLst>
          </p:cNvPr>
          <p:cNvSpPr txBox="1"/>
          <p:nvPr/>
        </p:nvSpPr>
        <p:spPr>
          <a:xfrm>
            <a:off x="798828" y="1642428"/>
            <a:ext cx="10594426" cy="10656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dirty="0">
                <a:solidFill>
                  <a:srgbClr val="374151"/>
                </a:solidFill>
                <a:latin typeface="Nunito"/>
                <a:ea typeface="+mn-lt"/>
                <a:cs typeface="+mn-lt"/>
              </a:rPr>
              <a:t>Write a code for an ML model that incorporates an SVM classifier on the Breast Cancer dataset. Visualize the result using PCA.</a:t>
            </a:r>
          </a:p>
        </p:txBody>
      </p:sp>
    </p:spTree>
    <p:extLst>
      <p:ext uri="{BB962C8B-B14F-4D97-AF65-F5344CB8AC3E}">
        <p14:creationId xmlns:p14="http://schemas.microsoft.com/office/powerpoint/2010/main" val="962054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4310534" y="345123"/>
            <a:ext cx="338167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Kernel Trick</a:t>
            </a:r>
            <a:endParaRPr lang="en-US" dirty="0"/>
          </a:p>
        </p:txBody>
      </p:sp>
      <p:pic>
        <p:nvPicPr>
          <p:cNvPr id="4" name="Picture 3">
            <a:extLst>
              <a:ext uri="{FF2B5EF4-FFF2-40B4-BE49-F238E27FC236}">
                <a16:creationId xmlns:a16="http://schemas.microsoft.com/office/drawing/2014/main" id="{08AE6BFB-490F-1F8F-26BC-98C732D56113}"/>
              </a:ext>
            </a:extLst>
          </p:cNvPr>
          <p:cNvPicPr>
            <a:picLocks noChangeAspect="1"/>
          </p:cNvPicPr>
          <p:nvPr/>
        </p:nvPicPr>
        <p:blipFill>
          <a:blip r:embed="rId3"/>
          <a:stretch>
            <a:fillRect/>
          </a:stretch>
        </p:blipFill>
        <p:spPr>
          <a:xfrm>
            <a:off x="4301924" y="2621666"/>
            <a:ext cx="3588152" cy="1614668"/>
          </a:xfrm>
          <a:prstGeom prst="rect">
            <a:avLst/>
          </a:prstGeom>
        </p:spPr>
      </p:pic>
      <p:sp>
        <p:nvSpPr>
          <p:cNvPr id="7" name="TextBox 6">
            <a:extLst>
              <a:ext uri="{FF2B5EF4-FFF2-40B4-BE49-F238E27FC236}">
                <a16:creationId xmlns:a16="http://schemas.microsoft.com/office/drawing/2014/main" id="{D8DA617D-9C10-D4D3-0DA1-D16CE9E21DE6}"/>
              </a:ext>
            </a:extLst>
          </p:cNvPr>
          <p:cNvSpPr txBox="1"/>
          <p:nvPr/>
        </p:nvSpPr>
        <p:spPr>
          <a:xfrm>
            <a:off x="892628" y="1040454"/>
            <a:ext cx="10853058" cy="923330"/>
          </a:xfrm>
          <a:prstGeom prst="rect">
            <a:avLst/>
          </a:prstGeom>
          <a:noFill/>
        </p:spPr>
        <p:txBody>
          <a:bodyPr wrap="square">
            <a:spAutoFit/>
          </a:bodyPr>
          <a:lstStyle/>
          <a:p>
            <a:r>
              <a:rPr lang="en-US" dirty="0"/>
              <a:t>Data classification can be done linear and nonlinear functions as shown in the following figure. The first</a:t>
            </a:r>
          </a:p>
          <a:p>
            <a:r>
              <a:rPr lang="en-US" dirty="0"/>
              <a:t>figure is a rare case and most real-life situations we face a classification problem which is not linearly</a:t>
            </a:r>
          </a:p>
          <a:p>
            <a:r>
              <a:rPr lang="en-US" dirty="0"/>
              <a:t>separable.</a:t>
            </a:r>
          </a:p>
        </p:txBody>
      </p:sp>
      <p:sp>
        <p:nvSpPr>
          <p:cNvPr id="10" name="TextBox 9">
            <a:extLst>
              <a:ext uri="{FF2B5EF4-FFF2-40B4-BE49-F238E27FC236}">
                <a16:creationId xmlns:a16="http://schemas.microsoft.com/office/drawing/2014/main" id="{78BFCFF4-404C-7A7C-32C7-746BEB141E03}"/>
              </a:ext>
            </a:extLst>
          </p:cNvPr>
          <p:cNvSpPr txBox="1"/>
          <p:nvPr/>
        </p:nvSpPr>
        <p:spPr>
          <a:xfrm>
            <a:off x="553355" y="4236334"/>
            <a:ext cx="11376257" cy="1754326"/>
          </a:xfrm>
          <a:prstGeom prst="rect">
            <a:avLst/>
          </a:prstGeom>
          <a:noFill/>
        </p:spPr>
        <p:txBody>
          <a:bodyPr wrap="square">
            <a:spAutoFit/>
          </a:bodyPr>
          <a:lstStyle/>
          <a:p>
            <a:r>
              <a:rPr lang="en-US" dirty="0"/>
              <a:t>As we know, a support vector machine uses hyper planes to separate data points in the space but with</a:t>
            </a:r>
          </a:p>
          <a:p>
            <a:r>
              <a:rPr lang="en-US" dirty="0"/>
              <a:t>nonlinear data SVM finds it difficult to generate hyperplanes. The solution of this problem is kernel trick.</a:t>
            </a:r>
          </a:p>
          <a:p>
            <a:r>
              <a:rPr lang="en-US" dirty="0"/>
              <a:t>Kernel function (Kernel trick) maps the original nonlinear separable data into the higher dimensions</a:t>
            </a:r>
          </a:p>
          <a:p>
            <a:r>
              <a:rPr lang="en-US" dirty="0"/>
              <a:t>which helps to find the suitable hyperplane which separates the data points. It can be also understood</a:t>
            </a:r>
          </a:p>
          <a:p>
            <a:r>
              <a:rPr lang="en-US" dirty="0"/>
              <a:t>as the function which maps a low dimensional space into higher dimensional space for making linear</a:t>
            </a:r>
          </a:p>
          <a:p>
            <a:r>
              <a:rPr lang="en-US" dirty="0"/>
              <a:t>separable data points.</a:t>
            </a:r>
          </a:p>
        </p:txBody>
      </p:sp>
    </p:spTree>
    <p:extLst>
      <p:ext uri="{BB962C8B-B14F-4D97-AF65-F5344CB8AC3E}">
        <p14:creationId xmlns:p14="http://schemas.microsoft.com/office/powerpoint/2010/main" val="234814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4310534" y="345123"/>
            <a:ext cx="338167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Kernel Trick</a:t>
            </a:r>
            <a:endParaRPr lang="en-US" dirty="0"/>
          </a:p>
        </p:txBody>
      </p:sp>
      <p:pic>
        <p:nvPicPr>
          <p:cNvPr id="3" name="Picture 2" descr="What is the kernel trick? Why is it important? | by Grace Zhang | Medium">
            <a:extLst>
              <a:ext uri="{FF2B5EF4-FFF2-40B4-BE49-F238E27FC236}">
                <a16:creationId xmlns:a16="http://schemas.microsoft.com/office/drawing/2014/main" id="{88E90609-0C79-201D-DCB9-4168C753EB73}"/>
              </a:ext>
            </a:extLst>
          </p:cNvPr>
          <p:cNvPicPr>
            <a:picLocks noChangeAspect="1"/>
          </p:cNvPicPr>
          <p:nvPr/>
        </p:nvPicPr>
        <p:blipFill>
          <a:blip r:embed="rId3"/>
          <a:stretch>
            <a:fillRect/>
          </a:stretch>
        </p:blipFill>
        <p:spPr>
          <a:xfrm>
            <a:off x="863601" y="1307524"/>
            <a:ext cx="10504308" cy="4175217"/>
          </a:xfrm>
          <a:prstGeom prst="rect">
            <a:avLst/>
          </a:prstGeom>
        </p:spPr>
      </p:pic>
    </p:spTree>
    <p:extLst>
      <p:ext uri="{BB962C8B-B14F-4D97-AF65-F5344CB8AC3E}">
        <p14:creationId xmlns:p14="http://schemas.microsoft.com/office/powerpoint/2010/main" val="1919072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object 2">
            <a:extLst>
              <a:ext uri="{FF2B5EF4-FFF2-40B4-BE49-F238E27FC236}">
                <a16:creationId xmlns:a16="http://schemas.microsoft.com/office/drawing/2014/main" id="{9D03BB2D-CD52-503A-B59A-F9D3014F1AB4}"/>
              </a:ext>
            </a:extLst>
          </p:cNvPr>
          <p:cNvSpPr txBox="1">
            <a:spLocks/>
          </p:cNvSpPr>
          <p:nvPr/>
        </p:nvSpPr>
        <p:spPr>
          <a:xfrm>
            <a:off x="1051560" y="586822"/>
            <a:ext cx="3657600" cy="1645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3200" b="1" spc="-30"/>
              <a:t>Kernel SVM</a:t>
            </a:r>
            <a:endParaRPr lang="en-US" sz="3200"/>
          </a:p>
        </p:txBody>
      </p:sp>
      <p:sp>
        <p:nvSpPr>
          <p:cNvPr id="17" name="Rectangle 16">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 name="Rectangle 18">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B939BAA-9A63-3AD1-C3A5-F06110AC7B6B}"/>
              </a:ext>
            </a:extLst>
          </p:cNvPr>
          <p:cNvSpPr txBox="1"/>
          <p:nvPr/>
        </p:nvSpPr>
        <p:spPr>
          <a:xfrm>
            <a:off x="5250106" y="586822"/>
            <a:ext cx="6106742" cy="164592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342900" indent="-228600">
              <a:lnSpc>
                <a:spcPct val="90000"/>
              </a:lnSpc>
              <a:spcAft>
                <a:spcPts val="600"/>
              </a:spcAft>
              <a:buFont typeface="Arial" panose="020B0604020202020204" pitchFamily="34" charset="0"/>
              <a:buChar char="•"/>
            </a:pPr>
            <a:r>
              <a:rPr lang="en-US"/>
              <a:t>“A complex pattern-classification problem, cast in a high-dimensional space nonlinearly, is more likely to be linearly separable than in a lowdimensional space, provided that the space is not densely populated” -- T. Cover</a:t>
            </a:r>
          </a:p>
        </p:txBody>
      </p:sp>
      <p:pic>
        <p:nvPicPr>
          <p:cNvPr id="4" name="Picture 3">
            <a:extLst>
              <a:ext uri="{FF2B5EF4-FFF2-40B4-BE49-F238E27FC236}">
                <a16:creationId xmlns:a16="http://schemas.microsoft.com/office/drawing/2014/main" id="{BC523622-8447-705E-C54E-86DE17F93425}"/>
              </a:ext>
            </a:extLst>
          </p:cNvPr>
          <p:cNvPicPr>
            <a:picLocks noChangeAspect="1"/>
          </p:cNvPicPr>
          <p:nvPr/>
        </p:nvPicPr>
        <p:blipFill>
          <a:blip r:embed="rId2"/>
          <a:stretch>
            <a:fillRect/>
          </a:stretch>
        </p:blipFill>
        <p:spPr>
          <a:xfrm>
            <a:off x="1029232" y="2729397"/>
            <a:ext cx="4538611" cy="3483864"/>
          </a:xfrm>
          <a:prstGeom prst="rect">
            <a:avLst/>
          </a:prstGeom>
        </p:spPr>
      </p:pic>
      <p:pic>
        <p:nvPicPr>
          <p:cNvPr id="7" name="Picture 6">
            <a:extLst>
              <a:ext uri="{FF2B5EF4-FFF2-40B4-BE49-F238E27FC236}">
                <a16:creationId xmlns:a16="http://schemas.microsoft.com/office/drawing/2014/main" id="{1CE12D0E-EB6C-789D-AEB7-D14018449B54}"/>
              </a:ext>
            </a:extLst>
          </p:cNvPr>
          <p:cNvPicPr>
            <a:picLocks noChangeAspect="1"/>
          </p:cNvPicPr>
          <p:nvPr/>
        </p:nvPicPr>
        <p:blipFill>
          <a:blip r:embed="rId3"/>
          <a:stretch>
            <a:fillRect/>
          </a:stretch>
        </p:blipFill>
        <p:spPr>
          <a:xfrm>
            <a:off x="6198781" y="2921303"/>
            <a:ext cx="5523082" cy="3100052"/>
          </a:xfrm>
          <a:prstGeom prst="rect">
            <a:avLst/>
          </a:prstGeom>
        </p:spPr>
      </p:pic>
      <p:pic>
        <p:nvPicPr>
          <p:cNvPr id="8" name="Picture 7" descr="A blue letter on a black background&#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610857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960705" y="225380"/>
            <a:ext cx="6651380"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Pros &amp; Cons of SVM</a:t>
            </a:r>
            <a:endParaRPr lang="en-US" dirty="0"/>
          </a:p>
        </p:txBody>
      </p:sp>
      <p:sp>
        <p:nvSpPr>
          <p:cNvPr id="7" name="TextBox 6">
            <a:extLst>
              <a:ext uri="{FF2B5EF4-FFF2-40B4-BE49-F238E27FC236}">
                <a16:creationId xmlns:a16="http://schemas.microsoft.com/office/drawing/2014/main" id="{D3C85FFB-7A8C-A0AD-33D4-FADC8D9217CC}"/>
              </a:ext>
            </a:extLst>
          </p:cNvPr>
          <p:cNvSpPr txBox="1"/>
          <p:nvPr/>
        </p:nvSpPr>
        <p:spPr>
          <a:xfrm>
            <a:off x="1175657" y="1730552"/>
            <a:ext cx="9927772" cy="1754326"/>
          </a:xfrm>
          <a:prstGeom prst="rect">
            <a:avLst/>
          </a:prstGeom>
          <a:noFill/>
        </p:spPr>
        <p:txBody>
          <a:bodyPr wrap="square">
            <a:spAutoFit/>
          </a:bodyPr>
          <a:lstStyle/>
          <a:p>
            <a:r>
              <a:rPr lang="en-US" b="1" dirty="0"/>
              <a:t>Advantages of SVM</a:t>
            </a:r>
          </a:p>
          <a:p>
            <a:r>
              <a:rPr lang="en-US" dirty="0"/>
              <a:t>- SVM model works well with high dimensional data.</a:t>
            </a:r>
          </a:p>
          <a:p>
            <a:r>
              <a:rPr lang="en-US" dirty="0"/>
              <a:t>- SVM model equally works well with linear and nonlinear separable data.</a:t>
            </a:r>
          </a:p>
          <a:p>
            <a:r>
              <a:rPr lang="en-US" dirty="0"/>
              <a:t>- Training model is relatively simple and easy.</a:t>
            </a:r>
          </a:p>
          <a:p>
            <a:r>
              <a:rPr lang="en-US" b="1" dirty="0"/>
              <a:t>Disadvantages of SVM</a:t>
            </a:r>
          </a:p>
          <a:p>
            <a:r>
              <a:rPr lang="en-US" dirty="0"/>
              <a:t>- Selection of the right kernel and parameters can be computationally expensive.</a:t>
            </a:r>
          </a:p>
        </p:txBody>
      </p:sp>
    </p:spTree>
    <p:extLst>
      <p:ext uri="{BB962C8B-B14F-4D97-AF65-F5344CB8AC3E}">
        <p14:creationId xmlns:p14="http://schemas.microsoft.com/office/powerpoint/2010/main" val="127132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391423" y="344835"/>
            <a:ext cx="741180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K-Nearest Neighbors (KNN)</a:t>
            </a:r>
            <a:endParaRPr lang="en-US"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A958D89D-1011-E0A3-B14F-88EE1E763F7F}"/>
              </a:ext>
            </a:extLst>
          </p:cNvPr>
          <p:cNvSpPr txBox="1"/>
          <p:nvPr/>
        </p:nvSpPr>
        <p:spPr>
          <a:xfrm>
            <a:off x="688869" y="1340678"/>
            <a:ext cx="11091332" cy="30970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solidFill>
                  <a:srgbClr val="374151"/>
                </a:solidFill>
                <a:latin typeface="Nunito"/>
              </a:rPr>
              <a:t>KNN is a simple algorithm that classifies data based on the K nearest points to a given data point. It doesn’t build a model; instead, it uses all the data to make predictions. </a:t>
            </a:r>
          </a:p>
          <a:p>
            <a:pPr marL="800100" lvl="1" indent="-342900">
              <a:lnSpc>
                <a:spcPct val="150000"/>
              </a:lnSpc>
              <a:buFont typeface="Arial" panose="020B0604020202020204" pitchFamily="34" charset="0"/>
              <a:buChar char="•"/>
            </a:pPr>
            <a:r>
              <a:rPr lang="en-US" sz="2200" b="1" dirty="0">
                <a:solidFill>
                  <a:srgbClr val="374151"/>
                </a:solidFill>
                <a:latin typeface="Nunito"/>
              </a:rPr>
              <a:t>Instance-based learning: No model training, predictions use existing data.</a:t>
            </a:r>
          </a:p>
          <a:p>
            <a:pPr marL="800100" lvl="1" indent="-342900">
              <a:lnSpc>
                <a:spcPct val="150000"/>
              </a:lnSpc>
              <a:buFont typeface="Arial" panose="020B0604020202020204" pitchFamily="34" charset="0"/>
              <a:buChar char="•"/>
            </a:pPr>
            <a:r>
              <a:rPr lang="en-US" sz="2200" b="1" dirty="0">
                <a:solidFill>
                  <a:srgbClr val="374151"/>
                </a:solidFill>
                <a:latin typeface="Nunito"/>
              </a:rPr>
              <a:t>Classifies based on the majority of K closest neighbors.</a:t>
            </a:r>
          </a:p>
          <a:p>
            <a:pPr marL="800100" lvl="1" indent="-342900">
              <a:lnSpc>
                <a:spcPct val="150000"/>
              </a:lnSpc>
              <a:buFont typeface="Arial" panose="020B0604020202020204" pitchFamily="34" charset="0"/>
              <a:buChar char="•"/>
            </a:pPr>
            <a:r>
              <a:rPr lang="en-US" sz="2200" b="1" dirty="0">
                <a:solidFill>
                  <a:srgbClr val="374151"/>
                </a:solidFill>
                <a:latin typeface="Nunito"/>
              </a:rPr>
              <a:t>Works for classification and regression.</a:t>
            </a:r>
            <a:endParaRPr lang="en-US" sz="2200" dirty="0">
              <a:solidFill>
                <a:srgbClr val="374151"/>
              </a:solidFill>
              <a:latin typeface="Nunito"/>
            </a:endParaRPr>
          </a:p>
        </p:txBody>
      </p:sp>
      <p:sp>
        <p:nvSpPr>
          <p:cNvPr id="7" name="TextBox 6">
            <a:extLst>
              <a:ext uri="{FF2B5EF4-FFF2-40B4-BE49-F238E27FC236}">
                <a16:creationId xmlns:a16="http://schemas.microsoft.com/office/drawing/2014/main" id="{11062755-3686-F353-C91B-55ED88DD1E9B}"/>
              </a:ext>
            </a:extLst>
          </p:cNvPr>
          <p:cNvSpPr txBox="1"/>
          <p:nvPr/>
        </p:nvSpPr>
        <p:spPr>
          <a:xfrm>
            <a:off x="530421" y="4593992"/>
            <a:ext cx="11408228" cy="923330"/>
          </a:xfrm>
          <a:prstGeom prst="rect">
            <a:avLst/>
          </a:prstGeom>
          <a:noFill/>
        </p:spPr>
        <p:txBody>
          <a:bodyPr wrap="square">
            <a:spAutoFit/>
          </a:bodyPr>
          <a:lstStyle/>
          <a:p>
            <a:r>
              <a:rPr lang="en-US" b="1" dirty="0">
                <a:solidFill>
                  <a:srgbClr val="374151"/>
                </a:solidFill>
                <a:latin typeface="Nunito"/>
              </a:rPr>
              <a:t>Example: Imagine you're trying to decide if a fruit is an apple, or an orange based on its color and size. Look at the 3 closest fruits to the one you’re testing. If most of them are apples, you classify the fruit as an apple.</a:t>
            </a:r>
          </a:p>
        </p:txBody>
      </p:sp>
    </p:spTree>
    <p:extLst>
      <p:ext uri="{BB962C8B-B14F-4D97-AF65-F5344CB8AC3E}">
        <p14:creationId xmlns:p14="http://schemas.microsoft.com/office/powerpoint/2010/main" val="24028122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391423" y="344835"/>
            <a:ext cx="741180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K-Nearest Neighbors (KNN)</a:t>
            </a:r>
            <a:endParaRPr lang="en-US"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A958D89D-1011-E0A3-B14F-88EE1E763F7F}"/>
              </a:ext>
            </a:extLst>
          </p:cNvPr>
          <p:cNvSpPr txBox="1"/>
          <p:nvPr/>
        </p:nvSpPr>
        <p:spPr>
          <a:xfrm>
            <a:off x="688869" y="1340678"/>
            <a:ext cx="11091332" cy="4112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solidFill>
                  <a:srgbClr val="374151"/>
                </a:solidFill>
                <a:latin typeface="Nunito"/>
              </a:rPr>
              <a:t>K-Nearest Neighbors (KNN)</a:t>
            </a:r>
            <a:r>
              <a:rPr lang="en-US" sz="2200" dirty="0">
                <a:solidFill>
                  <a:srgbClr val="374151"/>
                </a:solidFill>
                <a:latin typeface="Nunito"/>
              </a:rPr>
              <a:t> is a versatile supervised learning algorithm for both </a:t>
            </a:r>
            <a:r>
              <a:rPr lang="en-US" sz="2200" b="1" dirty="0">
                <a:solidFill>
                  <a:srgbClr val="374151"/>
                </a:solidFill>
                <a:latin typeface="Nunito"/>
              </a:rPr>
              <a:t>classification</a:t>
            </a:r>
            <a:r>
              <a:rPr lang="en-US" sz="2200" dirty="0">
                <a:solidFill>
                  <a:srgbClr val="374151"/>
                </a:solidFill>
                <a:latin typeface="Nunito"/>
              </a:rPr>
              <a:t> and </a:t>
            </a:r>
            <a:r>
              <a:rPr lang="en-US" sz="2200" b="1" dirty="0">
                <a:solidFill>
                  <a:srgbClr val="374151"/>
                </a:solidFill>
                <a:latin typeface="Nunito"/>
              </a:rPr>
              <a:t>regression</a:t>
            </a:r>
            <a:r>
              <a:rPr lang="en-US" sz="2200" dirty="0">
                <a:solidFill>
                  <a:srgbClr val="374151"/>
                </a:solidFill>
                <a:latin typeface="Nunito"/>
              </a:rPr>
              <a:t> tasks. It operates based on the following principles:</a:t>
            </a:r>
            <a:endParaRPr lang="en-US" sz="2200" dirty="0"/>
          </a:p>
          <a:p>
            <a:pPr>
              <a:lnSpc>
                <a:spcPct val="150000"/>
              </a:lnSpc>
            </a:pPr>
            <a:endParaRPr lang="en-US" sz="2200" dirty="0">
              <a:solidFill>
                <a:srgbClr val="374151"/>
              </a:solidFill>
              <a:latin typeface="Nunito"/>
            </a:endParaRPr>
          </a:p>
          <a:p>
            <a:pPr>
              <a:lnSpc>
                <a:spcPct val="150000"/>
              </a:lnSpc>
            </a:pPr>
            <a:r>
              <a:rPr lang="en-US" sz="2200" b="1" dirty="0">
                <a:solidFill>
                  <a:srgbClr val="374151"/>
                </a:solidFill>
                <a:latin typeface="Nunito"/>
              </a:rPr>
              <a:t>Classification:</a:t>
            </a:r>
          </a:p>
          <a:p>
            <a:pPr marL="342900" indent="-342900">
              <a:lnSpc>
                <a:spcPct val="150000"/>
              </a:lnSpc>
              <a:buFont typeface="Arial"/>
              <a:buChar char="•"/>
            </a:pPr>
            <a:r>
              <a:rPr lang="en-US" sz="2200" dirty="0">
                <a:solidFill>
                  <a:srgbClr val="374151"/>
                </a:solidFill>
                <a:latin typeface="Nunito"/>
              </a:rPr>
              <a:t>Assigns a data point to a class by considering the majority class among its </a:t>
            </a:r>
            <a:r>
              <a:rPr lang="en-US" sz="2200" b="1" dirty="0">
                <a:solidFill>
                  <a:srgbClr val="374151"/>
                </a:solidFill>
                <a:latin typeface="Nunito"/>
              </a:rPr>
              <a:t>k-nearest neighbors</a:t>
            </a:r>
            <a:r>
              <a:rPr lang="en-US" sz="2200" dirty="0">
                <a:solidFill>
                  <a:srgbClr val="374151"/>
                </a:solidFill>
                <a:latin typeface="Nunito"/>
              </a:rPr>
              <a:t>, where "k" is a user-defined parameter.</a:t>
            </a:r>
          </a:p>
          <a:p>
            <a:pPr marL="342900" indent="-342900">
              <a:lnSpc>
                <a:spcPct val="150000"/>
              </a:lnSpc>
              <a:buFont typeface="Arial"/>
              <a:buChar char="•"/>
            </a:pPr>
            <a:r>
              <a:rPr lang="en-US" sz="2200" dirty="0">
                <a:solidFill>
                  <a:srgbClr val="374151"/>
                </a:solidFill>
                <a:latin typeface="Nunito"/>
              </a:rPr>
              <a:t>Assumes that similar data points in feature space belong to the same class.</a:t>
            </a:r>
          </a:p>
          <a:p>
            <a:pPr marL="342900" indent="-342900">
              <a:lnSpc>
                <a:spcPct val="150000"/>
              </a:lnSpc>
              <a:buFont typeface="Arial"/>
              <a:buChar char="•"/>
            </a:pPr>
            <a:r>
              <a:rPr lang="en-US" sz="2200" dirty="0">
                <a:solidFill>
                  <a:srgbClr val="374151"/>
                </a:solidFill>
                <a:latin typeface="Nunito"/>
              </a:rPr>
              <a:t>KNN's simplicity makes it an excellent choice for certain classification problems.</a:t>
            </a:r>
          </a:p>
        </p:txBody>
      </p:sp>
    </p:spTree>
    <p:extLst>
      <p:ext uri="{BB962C8B-B14F-4D97-AF65-F5344CB8AC3E}">
        <p14:creationId xmlns:p14="http://schemas.microsoft.com/office/powerpoint/2010/main" val="3668801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391423" y="344835"/>
            <a:ext cx="741180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K-Nearest Neighbors (KNN)</a:t>
            </a:r>
            <a:endParaRPr lang="en-US"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A958D89D-1011-E0A3-B14F-88EE1E763F7F}"/>
              </a:ext>
            </a:extLst>
          </p:cNvPr>
          <p:cNvSpPr txBox="1"/>
          <p:nvPr/>
        </p:nvSpPr>
        <p:spPr>
          <a:xfrm>
            <a:off x="688869" y="1272945"/>
            <a:ext cx="11345332" cy="4112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solidFill>
                  <a:srgbClr val="374151"/>
                </a:solidFill>
                <a:latin typeface="Nunito"/>
              </a:rPr>
              <a:t>Regression:</a:t>
            </a:r>
            <a:endParaRPr lang="en-US" sz="2200"/>
          </a:p>
          <a:p>
            <a:pPr marL="342900" indent="-342900">
              <a:lnSpc>
                <a:spcPct val="150000"/>
              </a:lnSpc>
              <a:buFont typeface="Arial"/>
              <a:buChar char="•"/>
            </a:pPr>
            <a:r>
              <a:rPr lang="en-US" sz="2200" dirty="0">
                <a:solidFill>
                  <a:srgbClr val="374151"/>
                </a:solidFill>
                <a:latin typeface="Nunito"/>
              </a:rPr>
              <a:t>Predicts a data point's value by averaging the target values of its </a:t>
            </a:r>
            <a:r>
              <a:rPr lang="en-US" sz="2200" b="1" dirty="0">
                <a:solidFill>
                  <a:srgbClr val="374151"/>
                </a:solidFill>
                <a:latin typeface="Nunito"/>
              </a:rPr>
              <a:t>k-nearest neighbors</a:t>
            </a:r>
            <a:r>
              <a:rPr lang="en-US" sz="2200" dirty="0">
                <a:solidFill>
                  <a:srgbClr val="374151"/>
                </a:solidFill>
                <a:latin typeface="Nunito"/>
              </a:rPr>
              <a:t>.</a:t>
            </a:r>
          </a:p>
          <a:p>
            <a:pPr marL="342900" indent="-342900">
              <a:lnSpc>
                <a:spcPct val="150000"/>
              </a:lnSpc>
              <a:buFont typeface="Arial"/>
              <a:buChar char="•"/>
            </a:pPr>
            <a:r>
              <a:rPr lang="en-US" sz="2200" dirty="0">
                <a:solidFill>
                  <a:srgbClr val="374151"/>
                </a:solidFill>
                <a:latin typeface="Nunito"/>
              </a:rPr>
              <a:t>Suitable for making predictions involving continuous or numeric outcomes.</a:t>
            </a:r>
          </a:p>
          <a:p>
            <a:pPr marL="342900" indent="-342900">
              <a:lnSpc>
                <a:spcPct val="150000"/>
              </a:lnSpc>
              <a:buFont typeface="Arial"/>
              <a:buChar char="•"/>
            </a:pPr>
            <a:r>
              <a:rPr lang="en-US" sz="2200" dirty="0">
                <a:solidFill>
                  <a:srgbClr val="374151"/>
                </a:solidFill>
                <a:latin typeface="Nunito"/>
              </a:rPr>
              <a:t>Like in classification, the choice of "k" significantly influences the model's predictive performance.</a:t>
            </a:r>
          </a:p>
          <a:p>
            <a:pPr>
              <a:lnSpc>
                <a:spcPct val="150000"/>
              </a:lnSpc>
            </a:pPr>
            <a:r>
              <a:rPr lang="en-US" sz="2200" dirty="0">
                <a:solidFill>
                  <a:srgbClr val="374151"/>
                </a:solidFill>
                <a:latin typeface="Nunito"/>
              </a:rPr>
              <a:t>In both cases, </a:t>
            </a:r>
            <a:r>
              <a:rPr lang="en-US" sz="2200" b="1" dirty="0">
                <a:solidFill>
                  <a:srgbClr val="374151"/>
                </a:solidFill>
                <a:latin typeface="Nunito"/>
              </a:rPr>
              <a:t>selecting an appropriate "k" value and distance metric</a:t>
            </a:r>
            <a:r>
              <a:rPr lang="en-US" sz="2200" dirty="0">
                <a:solidFill>
                  <a:srgbClr val="374151"/>
                </a:solidFill>
                <a:latin typeface="Nunito"/>
              </a:rPr>
              <a:t> is crucial for achieving accurate results.</a:t>
            </a:r>
          </a:p>
        </p:txBody>
      </p:sp>
    </p:spTree>
    <p:extLst>
      <p:ext uri="{BB962C8B-B14F-4D97-AF65-F5344CB8AC3E}">
        <p14:creationId xmlns:p14="http://schemas.microsoft.com/office/powerpoint/2010/main" val="2654042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391423" y="344835"/>
            <a:ext cx="741180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K-Nearest Neighbors (KNN)</a:t>
            </a:r>
            <a:endParaRPr lang="en-US" b="1" spc="-30" dirty="0">
              <a:solidFill>
                <a:schemeClr val="accent1">
                  <a:lumMod val="50000"/>
                </a:schemeClr>
              </a:solidFill>
              <a:latin typeface="Nunito"/>
              <a:cs typeface="Times New Roman"/>
            </a:endParaRPr>
          </a:p>
        </p:txBody>
      </p:sp>
      <p:pic>
        <p:nvPicPr>
          <p:cNvPr id="3" name="Picture 2" descr="K-Nearest Neighbor(KNN) Algorithm for Machine Learning - Javatpoint">
            <a:extLst>
              <a:ext uri="{FF2B5EF4-FFF2-40B4-BE49-F238E27FC236}">
                <a16:creationId xmlns:a16="http://schemas.microsoft.com/office/drawing/2014/main" id="{BE7F6C93-148A-C656-42BC-AE411CBB6EED}"/>
              </a:ext>
            </a:extLst>
          </p:cNvPr>
          <p:cNvPicPr>
            <a:picLocks noChangeAspect="1"/>
          </p:cNvPicPr>
          <p:nvPr/>
        </p:nvPicPr>
        <p:blipFill>
          <a:blip r:embed="rId3"/>
          <a:stretch>
            <a:fillRect/>
          </a:stretch>
        </p:blipFill>
        <p:spPr>
          <a:xfrm>
            <a:off x="3163911" y="1487655"/>
            <a:ext cx="5867502" cy="4691036"/>
          </a:xfrm>
          <a:prstGeom prst="rect">
            <a:avLst/>
          </a:prstGeom>
        </p:spPr>
      </p:pic>
    </p:spTree>
    <p:extLst>
      <p:ext uri="{BB962C8B-B14F-4D97-AF65-F5344CB8AC3E}">
        <p14:creationId xmlns:p14="http://schemas.microsoft.com/office/powerpoint/2010/main" val="1937218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bject 2">
            <a:extLst>
              <a:ext uri="{FF2B5EF4-FFF2-40B4-BE49-F238E27FC236}">
                <a16:creationId xmlns:a16="http://schemas.microsoft.com/office/drawing/2014/main" id="{9D03BB2D-CD52-503A-B59A-F9D3014F1AB4}"/>
              </a:ext>
            </a:extLst>
          </p:cNvPr>
          <p:cNvSpPr txBox="1">
            <a:spLocks/>
          </p:cNvSpPr>
          <p:nvPr/>
        </p:nvSpPr>
        <p:spPr>
          <a:xfrm>
            <a:off x="638881" y="457200"/>
            <a:ext cx="10909640" cy="13686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Aft>
                <a:spcPts val="600"/>
              </a:spcAft>
            </a:pPr>
            <a:r>
              <a:rPr lang="en-US" sz="6600" b="1" spc="-30"/>
              <a:t>K-Nearest Neighbors (KNN)</a:t>
            </a:r>
          </a:p>
        </p:txBody>
      </p:sp>
      <p:sp>
        <p:nvSpPr>
          <p:cNvPr id="308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K-nearest Neighbor: The maths behind it, how it works and an example | by  Nour Al-Rahman Al-Serw | Analytics Vidhya | Medium">
            <a:extLst>
              <a:ext uri="{FF2B5EF4-FFF2-40B4-BE49-F238E27FC236}">
                <a16:creationId xmlns:a16="http://schemas.microsoft.com/office/drawing/2014/main" id="{95D54E95-6255-913E-C32A-E6CD05264F2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2519" y="1920952"/>
            <a:ext cx="4220642" cy="360578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K-Nearest Neighbor(KNN) Algorithm - GeeksforGeeks">
            <a:extLst>
              <a:ext uri="{FF2B5EF4-FFF2-40B4-BE49-F238E27FC236}">
                <a16:creationId xmlns:a16="http://schemas.microsoft.com/office/drawing/2014/main" id="{43676410-4785-3599-B2C6-6148507558E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63161" y="2947416"/>
            <a:ext cx="4940339" cy="360578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ue letter on a black background&#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a:extLst>
              <a:ext uri="{FF2B5EF4-FFF2-40B4-BE49-F238E27FC236}">
                <a16:creationId xmlns:a16="http://schemas.microsoft.com/office/drawing/2014/main" id="{99FF9379-5473-A032-75D4-DDCE697DFD6E}"/>
              </a:ext>
            </a:extLst>
          </p:cNvPr>
          <p:cNvPicPr>
            <a:picLocks noChangeAspect="1"/>
          </p:cNvPicPr>
          <p:nvPr/>
        </p:nvPicPr>
        <p:blipFill>
          <a:blip r:embed="rId5"/>
          <a:stretch>
            <a:fillRect/>
          </a:stretch>
        </p:blipFill>
        <p:spPr>
          <a:xfrm>
            <a:off x="8967401" y="1243632"/>
            <a:ext cx="3301504" cy="2896171"/>
          </a:xfrm>
          <a:prstGeom prst="rect">
            <a:avLst/>
          </a:prstGeom>
        </p:spPr>
      </p:pic>
    </p:spTree>
    <p:extLst>
      <p:ext uri="{BB962C8B-B14F-4D97-AF65-F5344CB8AC3E}">
        <p14:creationId xmlns:p14="http://schemas.microsoft.com/office/powerpoint/2010/main" val="1344454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bject 2">
            <a:extLst>
              <a:ext uri="{FF2B5EF4-FFF2-40B4-BE49-F238E27FC236}">
                <a16:creationId xmlns:a16="http://schemas.microsoft.com/office/drawing/2014/main" id="{9D03BB2D-CD52-503A-B59A-F9D3014F1AB4}"/>
              </a:ext>
            </a:extLst>
          </p:cNvPr>
          <p:cNvSpPr txBox="1">
            <a:spLocks/>
          </p:cNvSpPr>
          <p:nvPr/>
        </p:nvSpPr>
        <p:spPr>
          <a:xfrm>
            <a:off x="638881" y="457200"/>
            <a:ext cx="10909640" cy="13686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Aft>
                <a:spcPts val="600"/>
              </a:spcAft>
            </a:pPr>
            <a:r>
              <a:rPr lang="en-US" sz="6600" b="1" spc="-30"/>
              <a:t>K-Nearest Neighbors (KNN)</a:t>
            </a:r>
          </a:p>
        </p:txBody>
      </p:sp>
      <p:sp>
        <p:nvSpPr>
          <p:cNvPr id="308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etter on a black background&#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2" name="Picture 1">
            <a:extLst>
              <a:ext uri="{FF2B5EF4-FFF2-40B4-BE49-F238E27FC236}">
                <a16:creationId xmlns:a16="http://schemas.microsoft.com/office/drawing/2014/main" id="{0861F1BA-A3F0-F22C-8089-8F27F747E874}"/>
              </a:ext>
            </a:extLst>
          </p:cNvPr>
          <p:cNvPicPr>
            <a:picLocks noChangeAspect="1"/>
          </p:cNvPicPr>
          <p:nvPr/>
        </p:nvPicPr>
        <p:blipFill>
          <a:blip r:embed="rId3"/>
          <a:stretch>
            <a:fillRect/>
          </a:stretch>
        </p:blipFill>
        <p:spPr>
          <a:xfrm>
            <a:off x="1219200" y="2173740"/>
            <a:ext cx="7108371" cy="3998459"/>
          </a:xfrm>
          <a:prstGeom prst="rect">
            <a:avLst/>
          </a:prstGeom>
        </p:spPr>
      </p:pic>
      <p:sp>
        <p:nvSpPr>
          <p:cNvPr id="4" name="TextBox 3">
            <a:extLst>
              <a:ext uri="{FF2B5EF4-FFF2-40B4-BE49-F238E27FC236}">
                <a16:creationId xmlns:a16="http://schemas.microsoft.com/office/drawing/2014/main" id="{67A6BDE3-0081-72B6-0BD8-F78799BBE3C1}"/>
              </a:ext>
            </a:extLst>
          </p:cNvPr>
          <p:cNvSpPr txBox="1"/>
          <p:nvPr/>
        </p:nvSpPr>
        <p:spPr>
          <a:xfrm>
            <a:off x="8327571" y="2173740"/>
            <a:ext cx="3220950" cy="369332"/>
          </a:xfrm>
          <a:prstGeom prst="rect">
            <a:avLst/>
          </a:prstGeom>
          <a:noFill/>
        </p:spPr>
        <p:txBody>
          <a:bodyPr wrap="square" rtlCol="0">
            <a:spAutoFit/>
          </a:bodyPr>
          <a:lstStyle/>
          <a:p>
            <a:r>
              <a:rPr lang="en-US" dirty="0">
                <a:hlinkClick r:id="rId4"/>
              </a:rPr>
              <a:t>Source</a:t>
            </a:r>
            <a:endParaRPr lang="en-US" dirty="0"/>
          </a:p>
        </p:txBody>
      </p:sp>
    </p:spTree>
    <p:extLst>
      <p:ext uri="{BB962C8B-B14F-4D97-AF65-F5344CB8AC3E}">
        <p14:creationId xmlns:p14="http://schemas.microsoft.com/office/powerpoint/2010/main" val="3391673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3192934" y="344835"/>
            <a:ext cx="580314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KNN Algorithm Steps</a:t>
            </a:r>
            <a:endParaRPr lang="en-US"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9369E7FC-C511-3B11-2526-03CCD947A79D}"/>
              </a:ext>
            </a:extLst>
          </p:cNvPr>
          <p:cNvSpPr txBox="1"/>
          <p:nvPr/>
        </p:nvSpPr>
        <p:spPr>
          <a:xfrm>
            <a:off x="620643" y="1193431"/>
            <a:ext cx="11079552" cy="51226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AutoNum type="arabicPeriod"/>
            </a:pPr>
            <a:r>
              <a:rPr lang="en-US" sz="2200" b="1">
                <a:solidFill>
                  <a:srgbClr val="374151"/>
                </a:solidFill>
                <a:latin typeface="Nunito"/>
              </a:rPr>
              <a:t>Select the Number of Neighbors (k)</a:t>
            </a:r>
            <a:r>
              <a:rPr lang="en-US" sz="2200">
                <a:solidFill>
                  <a:srgbClr val="374151"/>
                </a:solidFill>
                <a:latin typeface="Nunito"/>
              </a:rPr>
              <a:t>: Choose the value of k, the number of nearest neighbors to consider.</a:t>
            </a:r>
            <a:endParaRPr lang="en-US">
              <a:ea typeface="Calibri" panose="020F0502020204030204"/>
              <a:cs typeface="Calibri" panose="020F0502020204030204"/>
            </a:endParaRPr>
          </a:p>
          <a:p>
            <a:pPr marL="457200" indent="-457200">
              <a:lnSpc>
                <a:spcPct val="150000"/>
              </a:lnSpc>
              <a:buAutoNum type="arabicPeriod"/>
            </a:pPr>
            <a:r>
              <a:rPr lang="en-US" sz="2200" b="1">
                <a:solidFill>
                  <a:srgbClr val="374151"/>
                </a:solidFill>
                <a:latin typeface="Nunito"/>
              </a:rPr>
              <a:t>Calculate Distances</a:t>
            </a:r>
            <a:r>
              <a:rPr lang="en-US" sz="2200">
                <a:solidFill>
                  <a:srgbClr val="374151"/>
                </a:solidFill>
                <a:latin typeface="Nunito"/>
              </a:rPr>
              <a:t>: Compute the distance between the data point to classify and all other data points.</a:t>
            </a:r>
          </a:p>
          <a:p>
            <a:pPr marL="457200" indent="-457200">
              <a:lnSpc>
                <a:spcPct val="150000"/>
              </a:lnSpc>
              <a:buAutoNum type="arabicPeriod"/>
            </a:pPr>
            <a:r>
              <a:rPr lang="en-US" sz="2200" b="1">
                <a:solidFill>
                  <a:srgbClr val="374151"/>
                </a:solidFill>
                <a:latin typeface="Nunito"/>
              </a:rPr>
              <a:t>Identify Nearest Neighbors</a:t>
            </a:r>
            <a:r>
              <a:rPr lang="en-US" sz="2200">
                <a:solidFill>
                  <a:srgbClr val="374151"/>
                </a:solidFill>
                <a:latin typeface="Nunito"/>
              </a:rPr>
              <a:t>: Choose the k data points with the shortest distances as the nearest neighbors.</a:t>
            </a:r>
          </a:p>
          <a:p>
            <a:pPr marL="457200" indent="-457200">
              <a:lnSpc>
                <a:spcPct val="150000"/>
              </a:lnSpc>
              <a:buAutoNum type="arabicPeriod"/>
            </a:pPr>
            <a:r>
              <a:rPr lang="en-US" sz="2200" b="1">
                <a:solidFill>
                  <a:srgbClr val="374151"/>
                </a:solidFill>
                <a:latin typeface="Nunito"/>
              </a:rPr>
              <a:t>Majority Voting (Classification)</a:t>
            </a:r>
            <a:r>
              <a:rPr lang="en-US" sz="2200">
                <a:solidFill>
                  <a:srgbClr val="374151"/>
                </a:solidFill>
                <a:latin typeface="Nunito"/>
              </a:rPr>
              <a:t>: In classification, predict the class based on the majority class of the nearest neighbors.</a:t>
            </a:r>
          </a:p>
          <a:p>
            <a:pPr marL="457200" indent="-457200">
              <a:lnSpc>
                <a:spcPct val="150000"/>
              </a:lnSpc>
              <a:buAutoNum type="arabicPeriod"/>
            </a:pPr>
            <a:r>
              <a:rPr lang="en-US" sz="2200" b="1">
                <a:solidFill>
                  <a:srgbClr val="374151"/>
                </a:solidFill>
                <a:latin typeface="Nunito"/>
              </a:rPr>
              <a:t>Average (Regression)</a:t>
            </a:r>
            <a:r>
              <a:rPr lang="en-US" sz="2200">
                <a:solidFill>
                  <a:srgbClr val="374151"/>
                </a:solidFill>
                <a:latin typeface="Nunito"/>
              </a:rPr>
              <a:t>: In regression, predict the target value by averaging the values of the nearest neighbors.</a:t>
            </a:r>
          </a:p>
        </p:txBody>
      </p:sp>
    </p:spTree>
    <p:extLst>
      <p:ext uri="{BB962C8B-B14F-4D97-AF65-F5344CB8AC3E}">
        <p14:creationId xmlns:p14="http://schemas.microsoft.com/office/powerpoint/2010/main" val="1588596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634134" y="457725"/>
            <a:ext cx="692074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Role of Nearest Neighbors</a:t>
            </a:r>
            <a:endParaRPr lang="en-US"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9369E7FC-C511-3B11-2526-03CCD947A79D}"/>
              </a:ext>
            </a:extLst>
          </p:cNvPr>
          <p:cNvSpPr txBox="1"/>
          <p:nvPr/>
        </p:nvSpPr>
        <p:spPr>
          <a:xfrm>
            <a:off x="1094776" y="1938498"/>
            <a:ext cx="10249819" cy="20813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Font typeface="Arial" panose="020B0604020202020204" pitchFamily="34" charset="0"/>
              <a:buChar char="•"/>
            </a:pPr>
            <a:r>
              <a:rPr lang="en-US" sz="2200" b="1" dirty="0">
                <a:solidFill>
                  <a:srgbClr val="374151"/>
                </a:solidFill>
                <a:latin typeface="Nunito"/>
                <a:ea typeface="+mn-lt"/>
                <a:cs typeface="+mn-lt"/>
              </a:rPr>
              <a:t>Influence Predictions</a:t>
            </a:r>
            <a:r>
              <a:rPr lang="en-US" sz="2200" dirty="0">
                <a:solidFill>
                  <a:srgbClr val="374151"/>
                </a:solidFill>
                <a:latin typeface="Nunito"/>
                <a:ea typeface="+mn-lt"/>
                <a:cs typeface="+mn-lt"/>
              </a:rPr>
              <a:t>: Nearest neighbors impact a data point's prediction.</a:t>
            </a:r>
            <a:endParaRPr lang="en-US" sz="2200" dirty="0">
              <a:latin typeface="Nunito"/>
              <a:ea typeface="+mn-lt"/>
              <a:cs typeface="+mn-lt"/>
            </a:endParaRPr>
          </a:p>
          <a:p>
            <a:pPr marL="457200" indent="-457200">
              <a:lnSpc>
                <a:spcPct val="150000"/>
              </a:lnSpc>
              <a:buFont typeface="Arial" panose="020B0604020202020204" pitchFamily="34" charset="0"/>
              <a:buChar char="•"/>
            </a:pPr>
            <a:r>
              <a:rPr lang="en-US" sz="2200" b="1" dirty="0">
                <a:solidFill>
                  <a:srgbClr val="374151"/>
                </a:solidFill>
                <a:latin typeface="Nunito"/>
                <a:ea typeface="+mn-lt"/>
                <a:cs typeface="+mn-lt"/>
              </a:rPr>
              <a:t>Local Insights</a:t>
            </a:r>
            <a:r>
              <a:rPr lang="en-US" sz="2200" dirty="0">
                <a:solidFill>
                  <a:srgbClr val="374151"/>
                </a:solidFill>
                <a:latin typeface="Nunito"/>
                <a:ea typeface="+mn-lt"/>
                <a:cs typeface="+mn-lt"/>
              </a:rPr>
              <a:t>: They reveal nearby data characteristics.</a:t>
            </a:r>
            <a:endParaRPr lang="en-US" sz="2200" dirty="0">
              <a:latin typeface="Nunito"/>
              <a:ea typeface="+mn-lt"/>
              <a:cs typeface="+mn-lt"/>
            </a:endParaRPr>
          </a:p>
          <a:p>
            <a:pPr marL="457200" indent="-457200">
              <a:lnSpc>
                <a:spcPct val="150000"/>
              </a:lnSpc>
              <a:buFont typeface="Arial" panose="020B0604020202020204" pitchFamily="34" charset="0"/>
              <a:buChar char="•"/>
            </a:pPr>
            <a:r>
              <a:rPr lang="en-US" sz="2200" b="1" dirty="0">
                <a:solidFill>
                  <a:srgbClr val="374151"/>
                </a:solidFill>
                <a:latin typeface="Nunito"/>
                <a:ea typeface="+mn-lt"/>
                <a:cs typeface="+mn-lt"/>
              </a:rPr>
              <a:t>Weighted Voting</a:t>
            </a:r>
            <a:r>
              <a:rPr lang="en-US" sz="2200" dirty="0">
                <a:solidFill>
                  <a:srgbClr val="374151"/>
                </a:solidFill>
                <a:latin typeface="Nunito"/>
                <a:ea typeface="+mn-lt"/>
                <a:cs typeface="+mn-lt"/>
              </a:rPr>
              <a:t>: Proximity-based weighting may apply.</a:t>
            </a:r>
            <a:endParaRPr lang="en-US" sz="2200" dirty="0">
              <a:latin typeface="Nunito"/>
              <a:ea typeface="+mn-lt"/>
              <a:cs typeface="+mn-lt"/>
            </a:endParaRPr>
          </a:p>
          <a:p>
            <a:pPr marL="457200" indent="-457200">
              <a:lnSpc>
                <a:spcPct val="150000"/>
              </a:lnSpc>
              <a:buFont typeface="Arial" panose="020B0604020202020204" pitchFamily="34" charset="0"/>
              <a:buChar char="•"/>
            </a:pPr>
            <a:r>
              <a:rPr lang="en-US" sz="2200" b="1" dirty="0">
                <a:solidFill>
                  <a:srgbClr val="374151"/>
                </a:solidFill>
                <a:latin typeface="Nunito"/>
                <a:ea typeface="+mn-lt"/>
                <a:cs typeface="+mn-lt"/>
              </a:rPr>
              <a:t>K Value Matters</a:t>
            </a:r>
            <a:r>
              <a:rPr lang="en-US" sz="2200" dirty="0">
                <a:solidFill>
                  <a:srgbClr val="374151"/>
                </a:solidFill>
                <a:latin typeface="Nunito"/>
                <a:ea typeface="+mn-lt"/>
                <a:cs typeface="+mn-lt"/>
              </a:rPr>
              <a:t>: Choice of k influences prediction sensitivity.</a:t>
            </a:r>
            <a:endParaRPr lang="en-US" sz="2200" dirty="0">
              <a:latin typeface="Nunito"/>
              <a:ea typeface="+mn-lt"/>
              <a:cs typeface="+mn-lt"/>
            </a:endParaRPr>
          </a:p>
        </p:txBody>
      </p:sp>
    </p:spTree>
    <p:extLst>
      <p:ext uri="{BB962C8B-B14F-4D97-AF65-F5344CB8AC3E}">
        <p14:creationId xmlns:p14="http://schemas.microsoft.com/office/powerpoint/2010/main" val="856407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3802534" y="457725"/>
            <a:ext cx="458394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Distance Metrics</a:t>
            </a:r>
            <a:endParaRPr lang="en-US" dirty="0"/>
          </a:p>
        </p:txBody>
      </p:sp>
      <p:sp>
        <p:nvSpPr>
          <p:cNvPr id="3" name="TextBox 2">
            <a:extLst>
              <a:ext uri="{FF2B5EF4-FFF2-40B4-BE49-F238E27FC236}">
                <a16:creationId xmlns:a16="http://schemas.microsoft.com/office/drawing/2014/main" id="{4EFE665D-E9AD-0526-40EA-39C409DC96C5}"/>
              </a:ext>
            </a:extLst>
          </p:cNvPr>
          <p:cNvSpPr txBox="1"/>
          <p:nvPr/>
        </p:nvSpPr>
        <p:spPr>
          <a:xfrm>
            <a:off x="967409" y="1610139"/>
            <a:ext cx="8537345" cy="4112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AutoNum type="arabicPeriod"/>
            </a:pPr>
            <a:r>
              <a:rPr lang="en-US" sz="2200" b="1" dirty="0">
                <a:solidFill>
                  <a:srgbClr val="374151"/>
                </a:solidFill>
                <a:latin typeface="Nunito"/>
              </a:rPr>
              <a:t>Measure Similarity</a:t>
            </a:r>
            <a:r>
              <a:rPr lang="en-US" sz="2200" dirty="0">
                <a:solidFill>
                  <a:srgbClr val="374151"/>
                </a:solidFill>
                <a:latin typeface="Nunito"/>
              </a:rPr>
              <a:t>: Quantify the dissimilarity between data points.</a:t>
            </a:r>
            <a:endParaRPr lang="en-US" sz="2200">
              <a:latin typeface="Nunito"/>
              <a:ea typeface="Calibri" panose="020F0502020204030204"/>
              <a:cs typeface="Calibri" panose="020F0502020204030204"/>
            </a:endParaRPr>
          </a:p>
          <a:p>
            <a:pPr marL="342900" indent="-342900">
              <a:lnSpc>
                <a:spcPct val="150000"/>
              </a:lnSpc>
              <a:buAutoNum type="arabicPeriod"/>
            </a:pPr>
            <a:r>
              <a:rPr lang="en-US" sz="2200" b="1" dirty="0">
                <a:solidFill>
                  <a:srgbClr val="374151"/>
                </a:solidFill>
                <a:latin typeface="Nunito"/>
              </a:rPr>
              <a:t>Euclidean Distance</a:t>
            </a:r>
            <a:r>
              <a:rPr lang="en-US" sz="2200" dirty="0">
                <a:solidFill>
                  <a:srgbClr val="374151"/>
                </a:solidFill>
                <a:latin typeface="Nunito"/>
              </a:rPr>
              <a:t>: Straight-line distance in space.</a:t>
            </a:r>
          </a:p>
          <a:p>
            <a:pPr marL="342900" indent="-342900">
              <a:lnSpc>
                <a:spcPct val="150000"/>
              </a:lnSpc>
              <a:buAutoNum type="arabicPeriod"/>
            </a:pPr>
            <a:r>
              <a:rPr lang="en-US" sz="2200" b="1" dirty="0">
                <a:solidFill>
                  <a:srgbClr val="374151"/>
                </a:solidFill>
                <a:latin typeface="Nunito"/>
              </a:rPr>
              <a:t>Manhattan Distance</a:t>
            </a:r>
            <a:r>
              <a:rPr lang="en-US" sz="2200" dirty="0">
                <a:solidFill>
                  <a:srgbClr val="374151"/>
                </a:solidFill>
                <a:latin typeface="Nunito"/>
              </a:rPr>
              <a:t>: Sum of absolute differences.</a:t>
            </a:r>
          </a:p>
          <a:p>
            <a:pPr marL="342900" indent="-342900">
              <a:lnSpc>
                <a:spcPct val="150000"/>
              </a:lnSpc>
              <a:buAutoNum type="arabicPeriod"/>
            </a:pPr>
            <a:r>
              <a:rPr lang="en-US" sz="2200" b="1" dirty="0">
                <a:solidFill>
                  <a:srgbClr val="374151"/>
                </a:solidFill>
                <a:latin typeface="Nunito"/>
              </a:rPr>
              <a:t>Minkowski Distance</a:t>
            </a:r>
            <a:r>
              <a:rPr lang="en-US" sz="2200" dirty="0">
                <a:solidFill>
                  <a:srgbClr val="374151"/>
                </a:solidFill>
                <a:latin typeface="Nunito"/>
              </a:rPr>
              <a:t>: Generalized metric based on parameter p.</a:t>
            </a:r>
          </a:p>
          <a:p>
            <a:pPr marL="342900" indent="-342900">
              <a:lnSpc>
                <a:spcPct val="150000"/>
              </a:lnSpc>
              <a:buAutoNum type="arabicPeriod"/>
            </a:pPr>
            <a:endParaRPr lang="en-US" sz="2200" dirty="0">
              <a:solidFill>
                <a:srgbClr val="374151"/>
              </a:solidFill>
              <a:latin typeface="Nunito"/>
            </a:endParaRPr>
          </a:p>
          <a:p>
            <a:pPr>
              <a:lnSpc>
                <a:spcPct val="150000"/>
              </a:lnSpc>
            </a:pPr>
            <a:r>
              <a:rPr lang="en-US" sz="2200" dirty="0">
                <a:solidFill>
                  <a:srgbClr val="374151"/>
                </a:solidFill>
                <a:latin typeface="Nunito"/>
              </a:rPr>
              <a:t>Distance metrics gauge data similarity and are essential for clustering and classification algorithms.</a:t>
            </a:r>
          </a:p>
        </p:txBody>
      </p:sp>
    </p:spTree>
    <p:extLst>
      <p:ext uri="{BB962C8B-B14F-4D97-AF65-F5344CB8AC3E}">
        <p14:creationId xmlns:p14="http://schemas.microsoft.com/office/powerpoint/2010/main" val="3488723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3802534" y="322258"/>
            <a:ext cx="458394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Distance Metrics</a:t>
            </a:r>
            <a:endParaRPr lang="en-US" dirty="0"/>
          </a:p>
        </p:txBody>
      </p:sp>
      <p:pic>
        <p:nvPicPr>
          <p:cNvPr id="2" name="Picture 1" descr="Introduction to Classification Using K Nearest Neighbours | by Ashwin Raj |  Towards Data Science">
            <a:extLst>
              <a:ext uri="{FF2B5EF4-FFF2-40B4-BE49-F238E27FC236}">
                <a16:creationId xmlns:a16="http://schemas.microsoft.com/office/drawing/2014/main" id="{F1F85199-6BAB-1333-C6EE-0565AD6B6B0C}"/>
              </a:ext>
            </a:extLst>
          </p:cNvPr>
          <p:cNvPicPr>
            <a:picLocks noChangeAspect="1"/>
          </p:cNvPicPr>
          <p:nvPr/>
        </p:nvPicPr>
        <p:blipFill>
          <a:blip r:embed="rId3"/>
          <a:stretch>
            <a:fillRect/>
          </a:stretch>
        </p:blipFill>
        <p:spPr>
          <a:xfrm>
            <a:off x="2116668" y="984018"/>
            <a:ext cx="7958665" cy="5872097"/>
          </a:xfrm>
          <a:prstGeom prst="rect">
            <a:avLst/>
          </a:prstGeom>
        </p:spPr>
      </p:pic>
    </p:spTree>
    <p:extLst>
      <p:ext uri="{BB962C8B-B14F-4D97-AF65-F5344CB8AC3E}">
        <p14:creationId xmlns:p14="http://schemas.microsoft.com/office/powerpoint/2010/main" val="3584266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938934" y="234769"/>
            <a:ext cx="631114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Selecting the Value of K</a:t>
            </a:r>
            <a:endParaRPr lang="en-US" b="1" spc="-30" dirty="0">
              <a:solidFill>
                <a:schemeClr val="accent1">
                  <a:lumMod val="50000"/>
                </a:schemeClr>
              </a:solidFill>
              <a:latin typeface="Nunito"/>
              <a:cs typeface="Times New Roman"/>
            </a:endParaRPr>
          </a:p>
        </p:txBody>
      </p:sp>
      <p:sp>
        <p:nvSpPr>
          <p:cNvPr id="3" name="TextBox 2">
            <a:extLst>
              <a:ext uri="{FF2B5EF4-FFF2-40B4-BE49-F238E27FC236}">
                <a16:creationId xmlns:a16="http://schemas.microsoft.com/office/drawing/2014/main" id="{E832CDC4-B013-E762-FAD3-AEFC2E2B1BB2}"/>
              </a:ext>
            </a:extLst>
          </p:cNvPr>
          <p:cNvSpPr txBox="1"/>
          <p:nvPr/>
        </p:nvSpPr>
        <p:spPr>
          <a:xfrm>
            <a:off x="817218" y="1270246"/>
            <a:ext cx="10559037"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rgbClr val="374151"/>
                </a:solidFill>
                <a:latin typeface="Nunito"/>
              </a:rPr>
              <a:t>The number of nearest neighbors (K) is crucial.</a:t>
            </a:r>
            <a:endParaRPr lang="en-US" sz="2200" dirty="0">
              <a:latin typeface="Nunito"/>
              <a:ea typeface="Calibri" panose="020F0502020204030204"/>
              <a:cs typeface="Calibri" panose="020F0502020204030204"/>
            </a:endParaRPr>
          </a:p>
          <a:p>
            <a:endParaRPr lang="en-US" sz="2200" dirty="0">
              <a:solidFill>
                <a:srgbClr val="374151"/>
              </a:solidFill>
              <a:latin typeface="Nunito"/>
            </a:endParaRPr>
          </a:p>
          <a:p>
            <a:r>
              <a:rPr lang="en-US" sz="2200" b="1" dirty="0">
                <a:solidFill>
                  <a:srgbClr val="374151"/>
                </a:solidFill>
                <a:latin typeface="Nunito"/>
              </a:rPr>
              <a:t>Small K</a:t>
            </a:r>
            <a:r>
              <a:rPr lang="en-US" sz="2200" dirty="0">
                <a:solidFill>
                  <a:srgbClr val="374151"/>
                </a:solidFill>
                <a:latin typeface="Nunito"/>
              </a:rPr>
              <a:t>:</a:t>
            </a:r>
          </a:p>
          <a:p>
            <a:pPr marL="742950" lvl="2" indent="-285750">
              <a:buFont typeface="Arial"/>
              <a:buChar char="•"/>
            </a:pPr>
            <a:r>
              <a:rPr lang="en-US" sz="2200" dirty="0">
                <a:solidFill>
                  <a:srgbClr val="374151"/>
                </a:solidFill>
                <a:latin typeface="Nunito"/>
              </a:rPr>
              <a:t>Low bias, high variance.</a:t>
            </a:r>
          </a:p>
          <a:p>
            <a:pPr marL="742950" lvl="2" indent="-285750">
              <a:buFont typeface="Arial"/>
              <a:buChar char="•"/>
            </a:pPr>
            <a:r>
              <a:rPr lang="en-US" sz="2200" dirty="0">
                <a:solidFill>
                  <a:srgbClr val="374151"/>
                </a:solidFill>
                <a:latin typeface="Nunito"/>
              </a:rPr>
              <a:t>Prone to overfitting.</a:t>
            </a:r>
          </a:p>
          <a:p>
            <a:r>
              <a:rPr lang="en-US" sz="2200" b="1" dirty="0">
                <a:solidFill>
                  <a:srgbClr val="374151"/>
                </a:solidFill>
                <a:latin typeface="Nunito"/>
              </a:rPr>
              <a:t>Large K</a:t>
            </a:r>
            <a:r>
              <a:rPr lang="en-US" sz="2200" dirty="0">
                <a:solidFill>
                  <a:srgbClr val="374151"/>
                </a:solidFill>
                <a:latin typeface="Nunito"/>
              </a:rPr>
              <a:t>:</a:t>
            </a:r>
          </a:p>
          <a:p>
            <a:pPr marL="742950" lvl="2" indent="-285750">
              <a:buFont typeface="Arial"/>
              <a:buChar char="•"/>
            </a:pPr>
            <a:r>
              <a:rPr lang="en-US" sz="2200" dirty="0">
                <a:solidFill>
                  <a:srgbClr val="374151"/>
                </a:solidFill>
                <a:latin typeface="Nunito"/>
              </a:rPr>
              <a:t>High bias, low variance.</a:t>
            </a:r>
          </a:p>
          <a:p>
            <a:pPr marL="742950" lvl="2" indent="-285750">
              <a:buFont typeface="Arial"/>
              <a:buChar char="•"/>
            </a:pPr>
            <a:r>
              <a:rPr lang="en-US" sz="2200" dirty="0">
                <a:solidFill>
                  <a:srgbClr val="374151"/>
                </a:solidFill>
                <a:latin typeface="Nunito"/>
              </a:rPr>
              <a:t>Smoother but may underfit.</a:t>
            </a:r>
          </a:p>
          <a:p>
            <a:pPr marL="742950" lvl="2" indent="-285750">
              <a:buFont typeface="Arial"/>
              <a:buChar char="•"/>
            </a:pPr>
            <a:endParaRPr lang="en-US" sz="2200" dirty="0">
              <a:solidFill>
                <a:srgbClr val="374151"/>
              </a:solidFill>
              <a:latin typeface="Nunito"/>
            </a:endParaRPr>
          </a:p>
          <a:p>
            <a:r>
              <a:rPr lang="en-US" sz="2200" b="1" dirty="0">
                <a:solidFill>
                  <a:srgbClr val="374151"/>
                </a:solidFill>
                <a:latin typeface="Nunito"/>
              </a:rPr>
              <a:t>Optimal K</a:t>
            </a:r>
            <a:r>
              <a:rPr lang="en-US" sz="2200" dirty="0">
                <a:solidFill>
                  <a:srgbClr val="374151"/>
                </a:solidFill>
                <a:latin typeface="Nunito"/>
              </a:rPr>
              <a:t>: Found through cross-validation.</a:t>
            </a:r>
          </a:p>
          <a:p>
            <a:endParaRPr lang="en-US" sz="2200" dirty="0">
              <a:solidFill>
                <a:srgbClr val="374151"/>
              </a:solidFill>
              <a:latin typeface="Nunito"/>
            </a:endParaRPr>
          </a:p>
          <a:p>
            <a:r>
              <a:rPr lang="en-US" sz="2200" b="1" dirty="0">
                <a:solidFill>
                  <a:srgbClr val="374151"/>
                </a:solidFill>
                <a:latin typeface="Nunito"/>
              </a:rPr>
              <a:t>Impact</a:t>
            </a:r>
            <a:r>
              <a:rPr lang="en-US" sz="2200" dirty="0">
                <a:solidFill>
                  <a:srgbClr val="374151"/>
                </a:solidFill>
                <a:latin typeface="Nunito"/>
              </a:rPr>
              <a:t>: K affects bias and variance.</a:t>
            </a:r>
          </a:p>
          <a:p>
            <a:endParaRPr lang="en-US" sz="2200" dirty="0">
              <a:solidFill>
                <a:srgbClr val="374151"/>
              </a:solidFill>
              <a:latin typeface="Nunito"/>
            </a:endParaRPr>
          </a:p>
          <a:p>
            <a:r>
              <a:rPr lang="en-US" sz="2200" b="1" dirty="0">
                <a:solidFill>
                  <a:srgbClr val="374151"/>
                </a:solidFill>
                <a:latin typeface="Nunito"/>
              </a:rPr>
              <a:t>Trade-offs</a:t>
            </a:r>
            <a:r>
              <a:rPr lang="en-US" sz="2200" dirty="0">
                <a:solidFill>
                  <a:srgbClr val="374151"/>
                </a:solidFill>
                <a:latin typeface="Nunito"/>
              </a:rPr>
              <a:t>: Balance is needed for a well-generalized model.</a:t>
            </a:r>
          </a:p>
        </p:txBody>
      </p:sp>
    </p:spTree>
    <p:extLst>
      <p:ext uri="{BB962C8B-B14F-4D97-AF65-F5344CB8AC3E}">
        <p14:creationId xmlns:p14="http://schemas.microsoft.com/office/powerpoint/2010/main" val="39118080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bject 2">
            <a:extLst>
              <a:ext uri="{FF2B5EF4-FFF2-40B4-BE49-F238E27FC236}">
                <a16:creationId xmlns:a16="http://schemas.microsoft.com/office/drawing/2014/main" id="{9D03BB2D-CD52-503A-B59A-F9D3014F1AB4}"/>
              </a:ext>
            </a:extLst>
          </p:cNvPr>
          <p:cNvSpPr txBox="1">
            <a:spLocks/>
          </p:cNvSpPr>
          <p:nvPr/>
        </p:nvSpPr>
        <p:spPr>
          <a:xfrm>
            <a:off x="638881" y="457200"/>
            <a:ext cx="10909640" cy="13686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Aft>
                <a:spcPts val="600"/>
              </a:spcAft>
            </a:pPr>
            <a:r>
              <a:rPr lang="en-US" sz="6600" b="1" spc="-30"/>
              <a:t>K-Nearest Neighbors (KNN)</a:t>
            </a:r>
          </a:p>
        </p:txBody>
      </p:sp>
      <p:sp>
        <p:nvSpPr>
          <p:cNvPr id="308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etter on a black background&#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7" name="TextBox 6">
            <a:extLst>
              <a:ext uri="{FF2B5EF4-FFF2-40B4-BE49-F238E27FC236}">
                <a16:creationId xmlns:a16="http://schemas.microsoft.com/office/drawing/2014/main" id="{CF214F0E-2A18-C447-8A0D-EB4CB04B5974}"/>
              </a:ext>
            </a:extLst>
          </p:cNvPr>
          <p:cNvSpPr txBox="1"/>
          <p:nvPr/>
        </p:nvSpPr>
        <p:spPr>
          <a:xfrm>
            <a:off x="748815" y="2021851"/>
            <a:ext cx="10689772" cy="3970318"/>
          </a:xfrm>
          <a:prstGeom prst="rect">
            <a:avLst/>
          </a:prstGeom>
          <a:noFill/>
        </p:spPr>
        <p:txBody>
          <a:bodyPr wrap="square">
            <a:spAutoFit/>
          </a:bodyPr>
          <a:lstStyle/>
          <a:p>
            <a:r>
              <a:rPr lang="en-US" dirty="0"/>
              <a:t>Imagine you have a dataset of different flowers, each described by their petal length and width. You also have labels indicating whether each flower is a rose or a daisy. Now, you encounter a new flower and want to determine its type. This is where KNN comes into play. Now, In this flower example, KNN looks at the flower’s nearest neighbors to decide its type. Let’s say we set K = 3, meaning we’ll consider the three closest neighbors to make our prediction. To determine the type of the new flower using KNN, here’s what we’ll do:</a:t>
            </a:r>
          </a:p>
          <a:p>
            <a:pPr algn="l"/>
            <a:endParaRPr lang="en-US" b="1" i="0" dirty="0">
              <a:solidFill>
                <a:srgbClr val="242424"/>
              </a:solidFill>
              <a:effectLst/>
              <a:latin typeface="source-serif-pro"/>
            </a:endParaRPr>
          </a:p>
          <a:p>
            <a:pPr algn="l">
              <a:buFont typeface="+mj-lt"/>
              <a:buAutoNum type="arabicPeriod"/>
            </a:pPr>
            <a:r>
              <a:rPr lang="en-US" b="1" i="0" dirty="0">
                <a:solidFill>
                  <a:srgbClr val="242424"/>
                </a:solidFill>
                <a:effectLst/>
                <a:latin typeface="source-serif-pro"/>
              </a:rPr>
              <a:t>Measure the distance:</a:t>
            </a:r>
            <a:r>
              <a:rPr lang="en-US" b="0" i="0" dirty="0">
                <a:solidFill>
                  <a:srgbClr val="242424"/>
                </a:solidFill>
                <a:effectLst/>
                <a:latin typeface="source-serif-pro"/>
              </a:rPr>
              <a:t> Calculate the distance between the new flower and all the flowers in the dataset. In our case, we can use the Euclidean distance, which is like measuring the straight-line distance between two points. The distance is computed based on the petal length and width.</a:t>
            </a:r>
          </a:p>
          <a:p>
            <a:pPr algn="l">
              <a:buFont typeface="+mj-lt"/>
              <a:buAutoNum type="arabicPeriod"/>
            </a:pPr>
            <a:r>
              <a:rPr lang="en-US" b="1" i="0" dirty="0">
                <a:solidFill>
                  <a:srgbClr val="242424"/>
                </a:solidFill>
                <a:effectLst/>
                <a:latin typeface="source-serif-pro"/>
              </a:rPr>
              <a:t>Find the K nearest neighbors:</a:t>
            </a:r>
            <a:r>
              <a:rPr lang="en-US" b="0" i="0" dirty="0">
                <a:solidFill>
                  <a:srgbClr val="242424"/>
                </a:solidFill>
                <a:effectLst/>
                <a:latin typeface="source-serif-pro"/>
              </a:rPr>
              <a:t> Identify the K flowers with the shortest distances to the new flower. These are the K nearest neighbors. For instance, if K = 3, we select the three flowers that are closest to our new flower.</a:t>
            </a:r>
          </a:p>
          <a:p>
            <a:pPr algn="l">
              <a:buFont typeface="+mj-lt"/>
              <a:buAutoNum type="arabicPeriod"/>
            </a:pPr>
            <a:r>
              <a:rPr lang="en-US" b="1" i="0" dirty="0">
                <a:solidFill>
                  <a:srgbClr val="242424"/>
                </a:solidFill>
                <a:effectLst/>
                <a:latin typeface="source-serif-pro"/>
              </a:rPr>
              <a:t>Majority voting:</a:t>
            </a:r>
            <a:r>
              <a:rPr lang="en-US" b="0" i="0" dirty="0">
                <a:solidFill>
                  <a:srgbClr val="242424"/>
                </a:solidFill>
                <a:effectLst/>
                <a:latin typeface="source-serif-pro"/>
              </a:rPr>
              <a:t> Among the K nearest neighbors, count how many are roses and how many are daisies. Whichever type has the majority becomes our prediction for the new flower. For example, if two neighbors are roses and one is a daisy, we predict that the new flower is a rose.</a:t>
            </a:r>
          </a:p>
        </p:txBody>
      </p:sp>
    </p:spTree>
    <p:extLst>
      <p:ext uri="{BB962C8B-B14F-4D97-AF65-F5344CB8AC3E}">
        <p14:creationId xmlns:p14="http://schemas.microsoft.com/office/powerpoint/2010/main" val="2302396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bject 2">
            <a:extLst>
              <a:ext uri="{FF2B5EF4-FFF2-40B4-BE49-F238E27FC236}">
                <a16:creationId xmlns:a16="http://schemas.microsoft.com/office/drawing/2014/main" id="{9D03BB2D-CD52-503A-B59A-F9D3014F1AB4}"/>
              </a:ext>
            </a:extLst>
          </p:cNvPr>
          <p:cNvSpPr txBox="1">
            <a:spLocks/>
          </p:cNvSpPr>
          <p:nvPr/>
        </p:nvSpPr>
        <p:spPr>
          <a:xfrm>
            <a:off x="814130" y="82371"/>
            <a:ext cx="10909640" cy="136861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Aft>
                <a:spcPts val="600"/>
              </a:spcAft>
            </a:pPr>
            <a:r>
              <a:rPr lang="en-US" sz="6600" b="1" spc="-30" dirty="0"/>
              <a:t>Overfitting and Underfitting in KNN</a:t>
            </a:r>
          </a:p>
        </p:txBody>
      </p:sp>
      <p:sp>
        <p:nvSpPr>
          <p:cNvPr id="308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letter on a black background&#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39464360-6874-D909-E40E-77B1255A9430}"/>
              </a:ext>
            </a:extLst>
          </p:cNvPr>
          <p:cNvSpPr txBox="1"/>
          <p:nvPr/>
        </p:nvSpPr>
        <p:spPr>
          <a:xfrm>
            <a:off x="989379" y="1868971"/>
            <a:ext cx="10559142" cy="2585323"/>
          </a:xfrm>
          <a:prstGeom prst="rect">
            <a:avLst/>
          </a:prstGeom>
          <a:noFill/>
        </p:spPr>
        <p:txBody>
          <a:bodyPr wrap="square">
            <a:spAutoFit/>
          </a:bodyPr>
          <a:lstStyle/>
          <a:p>
            <a:r>
              <a:rPr lang="en-US" b="1" dirty="0"/>
              <a:t>Definition of Overfitting:</a:t>
            </a:r>
          </a:p>
          <a:p>
            <a:r>
              <a:rPr lang="en-US" dirty="0"/>
              <a:t>Overfitting occurs when a model becomes overly complex and captures noise or irrelevant details from the training data, failing to generalize to unseen data.</a:t>
            </a:r>
          </a:p>
          <a:p>
            <a:r>
              <a:rPr lang="en-US" b="1" dirty="0"/>
              <a:t>KNN and Overfitting:</a:t>
            </a:r>
          </a:p>
          <a:p>
            <a:pPr marL="285750" indent="-285750">
              <a:buFont typeface="Arial" panose="020B0604020202020204" pitchFamily="34" charset="0"/>
              <a:buChar char="•"/>
            </a:pPr>
            <a:r>
              <a:rPr lang="en-US" dirty="0"/>
              <a:t>When 𝐾 is very small (e.g., 𝐾=1), the model focuses too closely on individual training samples.</a:t>
            </a:r>
          </a:p>
          <a:p>
            <a:pPr marL="285750" indent="-285750">
              <a:buFont typeface="Arial" panose="020B0604020202020204" pitchFamily="34" charset="0"/>
              <a:buChar char="•"/>
            </a:pPr>
            <a:r>
              <a:rPr lang="en-US" dirty="0"/>
              <a:t>This creates a complex decision boundary that memorizes training data, reducing accuracy on new data.</a:t>
            </a:r>
          </a:p>
          <a:p>
            <a:pPr marL="285750" indent="-285750">
              <a:buFont typeface="Arial" panose="020B0604020202020204" pitchFamily="34" charset="0"/>
              <a:buChar char="•"/>
            </a:pPr>
            <a:r>
              <a:rPr lang="en-US" dirty="0"/>
              <a:t>Example:</a:t>
            </a:r>
          </a:p>
          <a:p>
            <a:pPr marL="742950" lvl="1" indent="-285750">
              <a:buFont typeface="Arial" panose="020B0604020202020204" pitchFamily="34" charset="0"/>
              <a:buChar char="•"/>
            </a:pPr>
            <a:r>
              <a:rPr lang="en-US" dirty="0"/>
              <a:t>With 𝐾=1K=1, the decision boundary becomes highly irregular, closely following the training points.</a:t>
            </a:r>
          </a:p>
          <a:p>
            <a:pPr marL="742950" lvl="1" indent="-285750">
              <a:buFont typeface="Arial" panose="020B0604020202020204" pitchFamily="34" charset="0"/>
              <a:buChar char="•"/>
            </a:pPr>
            <a:r>
              <a:rPr lang="en-US" dirty="0"/>
              <a:t>This results in high accuracy for the training set but poor performance on test data.</a:t>
            </a:r>
          </a:p>
        </p:txBody>
      </p:sp>
      <p:pic>
        <p:nvPicPr>
          <p:cNvPr id="4098" name="Picture 2">
            <a:extLst>
              <a:ext uri="{FF2B5EF4-FFF2-40B4-BE49-F238E27FC236}">
                <a16:creationId xmlns:a16="http://schemas.microsoft.com/office/drawing/2014/main" id="{32BFDEB4-F0BC-7028-AB34-D4F290C13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6991" y="4501545"/>
            <a:ext cx="2890837"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5877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object 2">
            <a:extLst>
              <a:ext uri="{FF2B5EF4-FFF2-40B4-BE49-F238E27FC236}">
                <a16:creationId xmlns:a16="http://schemas.microsoft.com/office/drawing/2014/main" id="{9D03BB2D-CD52-503A-B59A-F9D3014F1AB4}"/>
              </a:ext>
            </a:extLst>
          </p:cNvPr>
          <p:cNvSpPr txBox="1">
            <a:spLocks/>
          </p:cNvSpPr>
          <p:nvPr/>
        </p:nvSpPr>
        <p:spPr>
          <a:xfrm>
            <a:off x="1137034" y="609597"/>
            <a:ext cx="9392421" cy="1330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b="1" kern="1200" spc="-30">
                <a:solidFill>
                  <a:schemeClr val="tx1"/>
                </a:solidFill>
                <a:latin typeface="+mj-lt"/>
                <a:ea typeface="+mj-ea"/>
                <a:cs typeface="+mj-cs"/>
              </a:rPr>
              <a:t>Challenges of KNN with Large Datasets</a:t>
            </a:r>
          </a:p>
        </p:txBody>
      </p:sp>
      <p:sp>
        <p:nvSpPr>
          <p:cNvPr id="10" name="Rectangle 5">
            <a:extLst>
              <a:ext uri="{FF2B5EF4-FFF2-40B4-BE49-F238E27FC236}">
                <a16:creationId xmlns:a16="http://schemas.microsoft.com/office/drawing/2014/main" id="{36214A11-4340-157D-49C4-03CF1817FFFF}"/>
              </a:ext>
            </a:extLst>
          </p:cNvPr>
          <p:cNvSpPr>
            <a:spLocks noChangeArrowheads="1"/>
          </p:cNvSpPr>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400" b="1" i="0">
                <a:effectLst/>
              </a:rPr>
              <a:t>Definition of Underfitting:</a:t>
            </a:r>
          </a:p>
          <a:p>
            <a:pPr marL="742950" lvl="1" indent="-228600">
              <a:lnSpc>
                <a:spcPct val="90000"/>
              </a:lnSpc>
              <a:spcAft>
                <a:spcPts val="600"/>
              </a:spcAft>
              <a:buFont typeface="Arial" panose="020B0604020202020204" pitchFamily="34" charset="0"/>
              <a:buChar char="•"/>
            </a:pPr>
            <a:r>
              <a:rPr lang="en-US" sz="1400" i="0">
                <a:effectLst/>
              </a:rPr>
              <a:t>Underfitting happens when a model is too simple and fails to capture the underlying patterns in the data, leading to poor performance on both training and test sets.</a:t>
            </a:r>
          </a:p>
          <a:p>
            <a:pPr indent="-228600">
              <a:lnSpc>
                <a:spcPct val="90000"/>
              </a:lnSpc>
              <a:spcAft>
                <a:spcPts val="600"/>
              </a:spcAft>
              <a:buFont typeface="Arial" panose="020B0604020202020204" pitchFamily="34" charset="0"/>
              <a:buChar char="•"/>
            </a:pPr>
            <a:r>
              <a:rPr lang="en-US" sz="1400" b="1" i="0">
                <a:effectLst/>
              </a:rPr>
              <a:t>KNN and Underfitting:</a:t>
            </a:r>
          </a:p>
          <a:p>
            <a:pPr marL="742950" lvl="1" indent="-228600">
              <a:lnSpc>
                <a:spcPct val="90000"/>
              </a:lnSpc>
              <a:spcAft>
                <a:spcPts val="600"/>
              </a:spcAft>
              <a:buFont typeface="Arial" panose="020B0604020202020204" pitchFamily="34" charset="0"/>
              <a:buChar char="•"/>
            </a:pPr>
            <a:r>
              <a:rPr lang="en-US" sz="1400" i="0">
                <a:effectLst/>
              </a:rPr>
              <a:t>When 𝐾K is set to a very large value (e.g., equal to the total number of training samples), the model becomes overly generalized.</a:t>
            </a:r>
          </a:p>
          <a:p>
            <a:pPr marL="742950" lvl="1" indent="-228600">
              <a:lnSpc>
                <a:spcPct val="90000"/>
              </a:lnSpc>
              <a:spcAft>
                <a:spcPts val="600"/>
              </a:spcAft>
              <a:buFont typeface="Arial" panose="020B0604020202020204" pitchFamily="34" charset="0"/>
              <a:buChar char="•"/>
            </a:pPr>
            <a:r>
              <a:rPr lang="en-US" sz="1400" i="0">
                <a:effectLst/>
              </a:rPr>
              <a:t>The decision boundary becomes too smooth, ignoring local variations and intricate patterns in the data.</a:t>
            </a:r>
          </a:p>
          <a:p>
            <a:pPr indent="-228600">
              <a:lnSpc>
                <a:spcPct val="90000"/>
              </a:lnSpc>
              <a:spcAft>
                <a:spcPts val="600"/>
              </a:spcAft>
              <a:buFont typeface="Arial" panose="020B0604020202020204" pitchFamily="34" charset="0"/>
              <a:buChar char="•"/>
            </a:pPr>
            <a:r>
              <a:rPr lang="en-US" sz="1400" i="0">
                <a:effectLst/>
              </a:rPr>
              <a:t>Example:</a:t>
            </a:r>
          </a:p>
          <a:p>
            <a:pPr marL="742950" lvl="1" indent="-228600">
              <a:lnSpc>
                <a:spcPct val="90000"/>
              </a:lnSpc>
              <a:spcAft>
                <a:spcPts val="600"/>
              </a:spcAft>
              <a:buFont typeface="Arial" panose="020B0604020202020204" pitchFamily="34" charset="0"/>
              <a:buChar char="•"/>
            </a:pPr>
            <a:r>
              <a:rPr lang="en-US" sz="1400" i="0">
                <a:effectLst/>
              </a:rPr>
              <a:t>If 𝐾K is set to the total number of training samples, the model predicts the same class for all data points based on the majority class in the entire dataset.</a:t>
            </a:r>
          </a:p>
          <a:p>
            <a:pPr marL="742950" lvl="1" indent="-228600">
              <a:lnSpc>
                <a:spcPct val="90000"/>
              </a:lnSpc>
              <a:spcAft>
                <a:spcPts val="600"/>
              </a:spcAft>
              <a:buFont typeface="Arial" panose="020B0604020202020204" pitchFamily="34" charset="0"/>
              <a:buChar char="•"/>
            </a:pPr>
            <a:r>
              <a:rPr lang="en-US" sz="1400" i="0">
                <a:effectLst/>
              </a:rPr>
              <a:t>This results in poor classification accuracy as the model oversimplifies the data.</a:t>
            </a:r>
          </a:p>
        </p:txBody>
      </p:sp>
      <p:pic>
        <p:nvPicPr>
          <p:cNvPr id="11" name="Picture 10" descr="A diagram of a number of dots&#10;&#10;Description automatically generated">
            <a:extLst>
              <a:ext uri="{FF2B5EF4-FFF2-40B4-BE49-F238E27FC236}">
                <a16:creationId xmlns:a16="http://schemas.microsoft.com/office/drawing/2014/main" id="{7784A9B4-50BB-9A14-8FEB-64FEA76DD009}"/>
              </a:ext>
            </a:extLst>
          </p:cNvPr>
          <p:cNvPicPr>
            <a:picLocks noChangeAspect="1"/>
          </p:cNvPicPr>
          <p:nvPr/>
        </p:nvPicPr>
        <p:blipFill>
          <a:blip r:embed="rId3"/>
          <a:stretch>
            <a:fillRect/>
          </a:stretch>
        </p:blipFill>
        <p:spPr>
          <a:xfrm>
            <a:off x="6719367" y="2356967"/>
            <a:ext cx="4788505" cy="3411809"/>
          </a:xfrm>
          <a:prstGeom prst="rect">
            <a:avLst/>
          </a:prstGeom>
        </p:spPr>
      </p:pic>
      <p:sp>
        <p:nvSpPr>
          <p:cNvPr id="20" name="Freeform: Shape 1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descr="A blue letter on a black background&#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37558801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925286" y="344835"/>
            <a:ext cx="1079848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Challenges of KNN with Large Datasets</a:t>
            </a:r>
            <a:endParaRPr lang="en-IN" b="1" spc="-30" dirty="0">
              <a:solidFill>
                <a:schemeClr val="accent1">
                  <a:lumMod val="50000"/>
                </a:schemeClr>
              </a:solidFill>
              <a:latin typeface="Nunito"/>
              <a:cs typeface="Times New Roman"/>
            </a:endParaRPr>
          </a:p>
        </p:txBody>
      </p:sp>
      <p:sp>
        <p:nvSpPr>
          <p:cNvPr id="10" name="Rectangle 5">
            <a:extLst>
              <a:ext uri="{FF2B5EF4-FFF2-40B4-BE49-F238E27FC236}">
                <a16:creationId xmlns:a16="http://schemas.microsoft.com/office/drawing/2014/main" id="{36214A11-4340-157D-49C4-03CF1817FFFF}"/>
              </a:ext>
            </a:extLst>
          </p:cNvPr>
          <p:cNvSpPr>
            <a:spLocks noChangeArrowheads="1"/>
          </p:cNvSpPr>
          <p:nvPr/>
        </p:nvSpPr>
        <p:spPr bwMode="auto">
          <a:xfrm>
            <a:off x="925286" y="1098514"/>
            <a:ext cx="1022168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Large Datasets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KNN has fast training but slow predictions.</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Example: Predicting with a dataset of 1 lakh rows and 500 columns requires calculating distances for every point, consuming significant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Curse of Dimensionality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In high-dimensional spaces, features become sparse, making proximity less meaningful.</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This reduces KNN's accuracy and effectiveness in high-dimensional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Irrelevant or Outlier Features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KNN equally considers all features during distance calculations.</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Noisy or irrelevant features can mislead predictions and lower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Imbalanced Datasets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KNN tends to favor majority classes in imbalanced datasets.</a:t>
            </a:r>
          </a:p>
          <a:p>
            <a:pPr lvl="1"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Neighbors from the majority class dominate, causing bias in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3731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391423" y="344835"/>
            <a:ext cx="845074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KNN is called black box model</a:t>
            </a:r>
            <a:endParaRPr lang="en-IN" b="1" spc="-30" dirty="0">
              <a:solidFill>
                <a:schemeClr val="accent1">
                  <a:lumMod val="50000"/>
                </a:schemeClr>
              </a:solidFill>
              <a:latin typeface="Nunito"/>
              <a:cs typeface="Times New Roman"/>
            </a:endParaRPr>
          </a:p>
        </p:txBody>
      </p:sp>
      <p:sp>
        <p:nvSpPr>
          <p:cNvPr id="4" name="TextBox 3">
            <a:extLst>
              <a:ext uri="{FF2B5EF4-FFF2-40B4-BE49-F238E27FC236}">
                <a16:creationId xmlns:a16="http://schemas.microsoft.com/office/drawing/2014/main" id="{B236C33D-348E-15BB-2C52-46377C7B5E2F}"/>
              </a:ext>
            </a:extLst>
          </p:cNvPr>
          <p:cNvSpPr txBox="1"/>
          <p:nvPr/>
        </p:nvSpPr>
        <p:spPr>
          <a:xfrm>
            <a:off x="925286" y="1443841"/>
            <a:ext cx="8218714" cy="3416320"/>
          </a:xfrm>
          <a:prstGeom prst="rect">
            <a:avLst/>
          </a:prstGeom>
          <a:noFill/>
        </p:spPr>
        <p:txBody>
          <a:bodyPr wrap="square">
            <a:spAutoFit/>
          </a:bodyPr>
          <a:lstStyle/>
          <a:p>
            <a:r>
              <a:rPr lang="en-US" b="1" dirty="0"/>
              <a:t>No Explicit Rules or Parameters:</a:t>
            </a:r>
          </a:p>
          <a:p>
            <a:pPr marL="742950" lvl="1" indent="-285750">
              <a:buFont typeface="Arial" panose="020B0604020202020204" pitchFamily="34" charset="0"/>
              <a:buChar char="•"/>
            </a:pPr>
            <a:r>
              <a:rPr lang="en-US" dirty="0"/>
              <a:t>KNN doesn’t learn explicit rules or parameters from training data.</a:t>
            </a:r>
          </a:p>
          <a:p>
            <a:pPr marL="742950" lvl="1" indent="-285750">
              <a:buFont typeface="Arial" panose="020B0604020202020204" pitchFamily="34" charset="0"/>
              <a:buChar char="•"/>
            </a:pPr>
            <a:r>
              <a:rPr lang="en-US" dirty="0"/>
              <a:t>Predictions are made based on the similarity to neighboring instances, making the model's inner workings harder to interpret.</a:t>
            </a:r>
          </a:p>
          <a:p>
            <a:r>
              <a:rPr lang="en-US" b="1" dirty="0"/>
              <a:t>No Feature Importance:</a:t>
            </a:r>
          </a:p>
          <a:p>
            <a:pPr marL="742950" lvl="1" indent="-285750">
              <a:buFont typeface="Arial" panose="020B0604020202020204" pitchFamily="34" charset="0"/>
              <a:buChar char="•"/>
            </a:pPr>
            <a:r>
              <a:rPr lang="en-US" dirty="0"/>
              <a:t>KNN treats all features equally during distance calculations.</a:t>
            </a:r>
          </a:p>
          <a:p>
            <a:pPr marL="742950" lvl="1" indent="-285750">
              <a:buFont typeface="Arial" panose="020B0604020202020204" pitchFamily="34" charset="0"/>
              <a:buChar char="•"/>
            </a:pPr>
            <a:r>
              <a:rPr lang="en-US" dirty="0"/>
              <a:t>It doesn’t provide insights into which features are more or less influential in predictions.</a:t>
            </a:r>
          </a:p>
          <a:p>
            <a:r>
              <a:rPr lang="en-US" b="1" dirty="0"/>
              <a:t>No Model Summary or Explanation:</a:t>
            </a:r>
          </a:p>
          <a:p>
            <a:pPr marL="742950" lvl="1" indent="-285750">
              <a:buFont typeface="Arial" panose="020B0604020202020204" pitchFamily="34" charset="0"/>
              <a:buChar char="•"/>
            </a:pPr>
            <a:r>
              <a:rPr lang="en-US" dirty="0"/>
              <a:t>Unlike decision trees or linear regression, KNN lacks a concise summary or explanation of its behavior or reasoning process.</a:t>
            </a:r>
          </a:p>
          <a:p>
            <a:endParaRPr lang="en-US" dirty="0"/>
          </a:p>
        </p:txBody>
      </p:sp>
    </p:spTree>
    <p:extLst>
      <p:ext uri="{BB962C8B-B14F-4D97-AF65-F5344CB8AC3E}">
        <p14:creationId xmlns:p14="http://schemas.microsoft.com/office/powerpoint/2010/main" val="3696494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2664390" y="235057"/>
            <a:ext cx="6865831"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Hands-on: KNN Classifier</a:t>
            </a:r>
            <a:endParaRPr lang="en-US" dirty="0">
              <a:solidFill>
                <a:schemeClr val="accent1">
                  <a:lumMod val="50000"/>
                </a:schemeClr>
              </a:solidFill>
            </a:endParaRPr>
          </a:p>
        </p:txBody>
      </p:sp>
      <p:sp>
        <p:nvSpPr>
          <p:cNvPr id="3" name="TextBox 2">
            <a:extLst>
              <a:ext uri="{FF2B5EF4-FFF2-40B4-BE49-F238E27FC236}">
                <a16:creationId xmlns:a16="http://schemas.microsoft.com/office/drawing/2014/main" id="{E832CDC4-B013-E762-FAD3-AEFC2E2B1BB2}"/>
              </a:ext>
            </a:extLst>
          </p:cNvPr>
          <p:cNvSpPr txBox="1"/>
          <p:nvPr/>
        </p:nvSpPr>
        <p:spPr>
          <a:xfrm>
            <a:off x="817218" y="1270246"/>
            <a:ext cx="10559037" cy="15735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dirty="0">
                <a:solidFill>
                  <a:srgbClr val="374151"/>
                </a:solidFill>
                <a:latin typeface="Nunito"/>
                <a:ea typeface="+mn-lt"/>
                <a:cs typeface="+mn-lt"/>
              </a:rPr>
              <a:t>Implement the </a:t>
            </a:r>
            <a:r>
              <a:rPr lang="en-US" sz="2200" b="1" dirty="0">
                <a:solidFill>
                  <a:srgbClr val="374151"/>
                </a:solidFill>
                <a:latin typeface="Nunito"/>
                <a:ea typeface="+mn-lt"/>
                <a:cs typeface="+mn-lt"/>
              </a:rPr>
              <a:t>K-Nearest Neighbors (KNN) algorithm</a:t>
            </a:r>
            <a:r>
              <a:rPr lang="en-US" sz="2200" dirty="0">
                <a:solidFill>
                  <a:srgbClr val="374151"/>
                </a:solidFill>
                <a:latin typeface="Nunito"/>
                <a:ea typeface="+mn-lt"/>
                <a:cs typeface="+mn-lt"/>
              </a:rPr>
              <a:t> for classification using the Iris dataset, along with visualizing and interpreting the results. Choose the value of K.</a:t>
            </a:r>
            <a:endParaRPr lang="en-US" sz="2200" dirty="0">
              <a:solidFill>
                <a:srgbClr val="374151"/>
              </a:solidFill>
              <a:latin typeface="Nunito"/>
              <a:ea typeface="Calibri"/>
              <a:cs typeface="Calibri"/>
            </a:endParaRPr>
          </a:p>
        </p:txBody>
      </p:sp>
    </p:spTree>
    <p:extLst>
      <p:ext uri="{BB962C8B-B14F-4D97-AF65-F5344CB8AC3E}">
        <p14:creationId xmlns:p14="http://schemas.microsoft.com/office/powerpoint/2010/main" val="34408288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5608F-C1DD-3E85-9EAF-AB2A2D134C4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8A4DBDAC-4A4B-4374-8107-AEBB36A057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D3A7FE3B-ADF4-D533-09E2-877D458826DA}"/>
              </a:ext>
            </a:extLst>
          </p:cNvPr>
          <p:cNvSpPr txBox="1">
            <a:spLocks/>
          </p:cNvSpPr>
          <p:nvPr/>
        </p:nvSpPr>
        <p:spPr>
          <a:xfrm>
            <a:off x="1484671" y="235057"/>
            <a:ext cx="9802761"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Hands-on: ML Classification model</a:t>
            </a:r>
            <a:endParaRPr lang="en-US" dirty="0">
              <a:solidFill>
                <a:schemeClr val="accent1">
                  <a:lumMod val="50000"/>
                </a:schemeClr>
              </a:solidFill>
            </a:endParaRPr>
          </a:p>
        </p:txBody>
      </p:sp>
      <p:sp>
        <p:nvSpPr>
          <p:cNvPr id="3" name="TextBox 2">
            <a:extLst>
              <a:ext uri="{FF2B5EF4-FFF2-40B4-BE49-F238E27FC236}">
                <a16:creationId xmlns:a16="http://schemas.microsoft.com/office/drawing/2014/main" id="{137EBA84-F08C-4745-1243-114CDDBF3BFA}"/>
              </a:ext>
            </a:extLst>
          </p:cNvPr>
          <p:cNvSpPr txBox="1"/>
          <p:nvPr/>
        </p:nvSpPr>
        <p:spPr>
          <a:xfrm>
            <a:off x="817218" y="1270246"/>
            <a:ext cx="10559037" cy="21232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dirty="0">
                <a:solidFill>
                  <a:srgbClr val="374151"/>
                </a:solidFill>
                <a:latin typeface="Nunito"/>
                <a:ea typeface="+mn-lt"/>
                <a:cs typeface="+mn-lt"/>
              </a:rPr>
              <a:t>Take any dataset  iris/ Titanic, Implement all Classification models and choose the best suit model</a:t>
            </a:r>
            <a:br>
              <a:rPr lang="en-US" sz="2200" dirty="0">
                <a:solidFill>
                  <a:srgbClr val="374151"/>
                </a:solidFill>
                <a:latin typeface="Nunito"/>
                <a:ea typeface="+mn-lt"/>
                <a:cs typeface="+mn-lt"/>
              </a:rPr>
            </a:br>
            <a:br>
              <a:rPr lang="en-US" sz="2200" dirty="0">
                <a:solidFill>
                  <a:srgbClr val="374151"/>
                </a:solidFill>
                <a:latin typeface="Nunito"/>
                <a:ea typeface="+mn-lt"/>
                <a:cs typeface="+mn-lt"/>
              </a:rPr>
            </a:br>
            <a:r>
              <a:rPr lang="en-US" sz="2400" dirty="0"/>
              <a:t>Start from Logistic, Decision tree, RF, </a:t>
            </a:r>
            <a:r>
              <a:rPr lang="en-US" sz="2400" dirty="0" err="1"/>
              <a:t>Boostings</a:t>
            </a:r>
            <a:r>
              <a:rPr lang="en-US" sz="2400"/>
              <a:t>, SVM and KNN</a:t>
            </a:r>
            <a:endParaRPr lang="en-US" sz="2200" dirty="0">
              <a:solidFill>
                <a:srgbClr val="374151"/>
              </a:solidFill>
              <a:latin typeface="Nunito"/>
              <a:ea typeface="Calibri"/>
              <a:cs typeface="Calibri"/>
            </a:endParaRPr>
          </a:p>
        </p:txBody>
      </p:sp>
    </p:spTree>
    <p:extLst>
      <p:ext uri="{BB962C8B-B14F-4D97-AF65-F5344CB8AC3E}">
        <p14:creationId xmlns:p14="http://schemas.microsoft.com/office/powerpoint/2010/main" val="1196050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Questions ?</a:t>
            </a:r>
            <a:endParaRPr lang="en-IN" sz="9600" b="1" dirty="0">
              <a:solidFill>
                <a:schemeClr val="accent1">
                  <a:lumMod val="50000"/>
                </a:schemeClr>
              </a:solidFill>
              <a:latin typeface="Nunito" pitchFamily="2" charset="0"/>
            </a:endParaRPr>
          </a:p>
          <a:p>
            <a:endParaRPr lang="en-IN" dirty="0">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a:rPr>
              <a:t>Thank You !</a:t>
            </a:r>
          </a:p>
          <a:p>
            <a:endParaRPr lang="en-IN">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3867</Words>
  <Application>Microsoft Office PowerPoint</Application>
  <PresentationFormat>Widescreen</PresentationFormat>
  <Paragraphs>282</Paragraphs>
  <Slides>45</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ArialMT</vt:lpstr>
      <vt:lpstr>Calibri</vt:lpstr>
      <vt:lpstr>Calibri Light</vt:lpstr>
      <vt:lpstr>HelveticaNeue-Light</vt:lpstr>
      <vt:lpstr>Nunito</vt:lpstr>
      <vt:lpstr>source-serif-pro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Poomathi Thangarasu</cp:lastModifiedBy>
  <cp:revision>688</cp:revision>
  <dcterms:created xsi:type="dcterms:W3CDTF">2020-12-23T13:36:00Z</dcterms:created>
  <dcterms:modified xsi:type="dcterms:W3CDTF">2024-12-14T06:52:49Z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